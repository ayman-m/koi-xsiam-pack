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Written for an operator, not a content developer. Every test names the tenant-side setup it needs before it can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Grouping by dependency, not just by order, so a tester who is blocked on one prerequisite can still make progress elsewhere.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Egress is the single most common deployment problem and it is not obvious from the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number one thing testers misread as a duplication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state-changing action in the pack. Treat this as the production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 must run before Scan. An empty tracker means Scan has nothing to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Fastest possible demo: no KOI key, no waiting, and the expected numbers are printed up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852160" cy="5852160"/>
          </a:xfrm>
          <a:prstGeom prst="ellipse">
            <a:avLst/>
          </a:prstGeom>
          <a:solidFill>
            <a:srgbClr val="E8551F">
              <a:alpha val="10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PACK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Guide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tests that prove every part of the pack — with the tenant setup each one needs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anyone comfortable in the Cortex XSIAM console. No content development required.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1.5.0   · 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the pack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5179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517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43584" y="14630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1481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collector plus 26 commands — devices, inventory, catalog risk, governance.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2037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203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21488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671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KOI events and map them to the Cortex Data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432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28895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2889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43584" y="28346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8529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view of KOI alert activity.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35753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575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43584" y="35204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investigation playbooks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35387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playbooks: triage, item and device investigation, gated response, MCP hunt.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42611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4261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2062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54880" y="42245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playbooks plus the KoiScanTracker automation — run KOI scripts fleet-wide.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8006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49469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4946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43584" y="48920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XQL query library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754880" y="4910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saved queries: 26 threat hunts and 46 detections.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4864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" y="56327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6384" y="5632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243584" y="55778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tooling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55961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event simulator, so you can test without waiting for real KOI activity.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covered by a test in this guide.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test is laid out the same way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items that must be on the tenant for this test — playbooks, automations, rules, Lists. Useful if you upload the pack piece by piece rather than in one go.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816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0248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0248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configure yourself: integration instances, an endpoint group, a script in Action Center, the configuration List.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200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 +  WHAT TO EXPECT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8200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click, in order, in the Cortex XSIAM console — and what a passing test looks like. Anything to paste is shown in monospace.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them in order the first 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9536" y="4498848"/>
            <a:ext cx="10442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 to 4 prove data is arriving and correct. Tests 5 to 8 prove the automation. Tests 9 and 10 prove fleet script execution — the only ones needing the Core REST API integration. Tests 11 and 12 are the query library and the simulator, and run any time. Nothing here needs a Cortex XDR integration: XSIAM is the XDR, and its XQL engine is built in.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lists its own prerequisites — set those up first and the test runs straight through.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pack depends on, and where to set it up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65760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XSIAM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27632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37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 key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0" y="17373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console → Settings → API Access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589520" y="173736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093976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203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instance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0" y="220370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KOI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89520" y="220370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560320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6700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egress IP KOI accepts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57600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instance on a Cortex engine if needed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589520" y="267004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026664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1363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instance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57600" y="313639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Core REST API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589520" y="313639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 only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493008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6027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in Action Center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36027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Center → Scripts Library → upload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589520" y="360273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959352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0690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57600" y="40690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the agents, then Endpoints → Endpoint Groups → dynamic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589520" y="40690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425696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5354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"Koi Script Runner" JSON List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0" y="45354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89520" y="453542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892040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0017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sender instance (optional)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657600" y="50017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589520" y="500176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 notifications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6384" y="57607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6384" y="5760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243584" y="56509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REST API instance is required for tests 9 and 10 only. The Script Runner reads endpoint groups through it, which is how it covers groups larger than 100 endpoints. Everything else in this guide runs without it.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in — only one collects events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749040" y="1371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lands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686800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74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demisto-sdk upload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1883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integration, playbooks, rules, dashboard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68680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0487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587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zip upload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49040" y="25968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only. The collector and rules do not activate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686800" y="25877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3364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whoever sent you the pack to install it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59536" y="3703320"/>
            <a:ext cx="10442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with demisto-sdk is a developer task and needs a Standard XSIAM API key. If you are testing rather than deploying, have it installed for you and start at Test 1. Nothing else in this guide needs a developer.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773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pack, or uploading piece by piece?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59536" y="51206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5120640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whole pack: every playbook, automation, rule and the Koi Script Runner List are already on the tenant. Nothing to upload.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9536" y="54498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52144" y="5449824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selectively: the PACK CONTENT column on each test is your upload checklist for that test.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tests, four groups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arriving and correct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4124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Connectivity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3872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Event collection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3620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Parsing &amp; data model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3368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5237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automation works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Alert triage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3872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Item &amp; device investigation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3620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Gated response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3368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MCP server hunt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35295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script execution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1248" y="3895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Refresh the tracker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38728" y="3895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Scan due endpoints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" y="453542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Extras, any time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41248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Threat-hunting library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38728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Simulated test data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625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5605272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5605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554126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tests 9 and 10 need the Core REST API integration. Only tests 1-8 and 11 need a KOI API key. Test 12 needs neither and is the fastest way to see the pack working.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and authorisation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API key (KOI console → Settings → API Access)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add an integration instance in XSIAM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761488"/>
          </a:xfrm>
          <a:prstGeom prst="roundRect">
            <a:avLst>
              <a:gd name="adj" fmla="val 165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an instance → search KOI.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URL:  https://api.prod.koi.security/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API key. Optionally set a Tenant Name label.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Test, then Save.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at the bottom of any incident and run: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3982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3982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!koi-devices-list limit=5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0" y="2221992"/>
            <a:ext cx="4297680" cy="2761488"/>
          </a:xfrm>
          <a:prstGeom prst="roundRect">
            <a:avLst>
              <a:gd name="adj" fmla="val 165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returns a table of up to five devices.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set a Tenant Name it will appear on collected events later.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enabled on the KOI instance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221992"/>
            <a:ext cx="6400800" cy="2761488"/>
          </a:xfrm>
          <a:prstGeom prst="roundRect">
            <a:avLst>
              <a:gd name="adj" fmla="val 165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KOI instance and tick Fetch events.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which event types to collect, then Save.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two collection cycles.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Incident Response → Investigation → Query Builder and run: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59536" y="43982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982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 by source_log_type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0" y="2221992"/>
            <a:ext cx="4297680" cy="2761488"/>
          </a:xfrm>
          <a:prstGeom prst="roundRect">
            <a:avLst>
              <a:gd name="adj" fmla="val 165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appear under Alerts, Audit, or both.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0815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grow between cycles.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and the data model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Modeling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 in koi_koi_raw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619756"/>
          </a:xfrm>
          <a:prstGeom prst="roundRect">
            <a:avLst>
              <a:gd name="adj" fmla="val 17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Query Builder, count real alerts rather than rows: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filter source_log_type = "Alerts"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alter nid = json_extract_scalar(metadata, "$.notification_event_id")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rows, count_distinct(nid) as real_alerts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2221992"/>
            <a:ext cx="4297680" cy="2619756"/>
          </a:xfrm>
          <a:prstGeom prst="roundRect">
            <a:avLst>
              <a:gd name="adj" fmla="val 17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numbers return.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is larger than real_alerts — often much larger.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such as item_id, alert_hostname and risk_level are populated and directly queryable.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Alerts Dashboard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148840"/>
          </a:xfrm>
          <a:prstGeom prst="roundRect">
            <a:avLst>
              <a:gd name="adj" fmla="val 212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Reports → open the KOI Alerts Dashboard.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alert totals, risk mix and top items.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back after another collection cycle and compare.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0" y="2221992"/>
            <a:ext cx="4297680" cy="2148840"/>
          </a:xfrm>
          <a:prstGeom prst="roundRect">
            <a:avLst>
              <a:gd name="adj" fmla="val 212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 render with data.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counts are far lower than the raw row count from Test 3.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stay stable as fetches repeat — they do not climb on their own.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Alert Triage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Extract Alert Context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 / Device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field: KOI Notification ID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 — the KOI integration answers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alert in XSIAM (a correlation rule over koi_koi_raw, or Test 12 for simulated data)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KOI alert.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5295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52958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triage playbook, or run from the CLI: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8587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85876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!setPlaybook playbookId="KOI IR - Alert Triage"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59536" y="418795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18795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Work Plan, then read the War Room.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extracted: item, marketplace, risk, host.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posted: Malicious, Suspicious or Benign.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auto-closes; critical and high escalate.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and pending stay open for a human.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investigation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Device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Enrich Item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its marketplace, and a device id — both visible on any KOI alert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IR - Investigate Item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with KOI IR - Investigate Device and a device id.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46020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763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investigation summary with catalog risk and an AI-written summary.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4930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exposure: installs, endpoints, affected users.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40096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40096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governance counts — on blocklist AND on allowlist.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45262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45262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device: everything installed on that host, and which of it is risky.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Block and Remediate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marketplace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approve a task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IR - Block and Remediate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pending approval task and read it.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or leave it pending.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PARKS on an approval task and waits.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the full investigation and both governance counts.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the blocklist until a human approves.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3388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already blocked short-circuits instead of being added twice.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hunt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534924"/>
          </a:xfrm>
          <a:prstGeom prst="roundRect">
            <a:avLst>
              <a:gd name="adj" fmla="val 854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Hunting - MCP Server Audit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 — the KOI integration answers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1997964"/>
            <a:ext cx="6400800" cy="2103120"/>
          </a:xfrm>
          <a:prstGeom prst="roundRect">
            <a:avLst>
              <a:gd name="adj" fmla="val 217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21808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59536" y="25283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52144" y="252831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Hunting - MCP Server Audit → Run.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59536" y="28575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85750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set risk_levels (default high, critical).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1866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18668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War Room table.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158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1586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schedule it: Automation → Jobs → New Job, time-triggered.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0" y="1997964"/>
            <a:ext cx="4297680" cy="2103120"/>
          </a:xfrm>
          <a:prstGeom prst="roundRect">
            <a:avLst>
              <a:gd name="adj" fmla="val 217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6096" y="218084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26096" y="25283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918704" y="252831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of MCP servers at or above the risk threshold.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26096" y="304495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04495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table is a valid result — it means nothing risky is installed.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refresh the tracker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581912"/>
          </a:xfrm>
          <a:prstGeom prst="roundRect">
            <a:avLst>
              <a:gd name="adj" fmla="val 289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Refresh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Refresh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(our automation — not the KOI script)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List: Koi Script Runner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instance  ← the one people miss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deployment script in Action Center — download it from YOUR KOI console first (KOI's script, not a Cortex one; no parameters)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40296" y="223113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086600" y="223113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 — tag the agents, then use a dynamic group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40296" y="245516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86600" y="245516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Script Runner List created (step 1)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044952"/>
            <a:ext cx="6400800" cy="3538728"/>
          </a:xfrm>
          <a:prstGeom prst="roundRect">
            <a:avLst>
              <a:gd name="adj" fmla="val 129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" y="32278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59536" y="35753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575304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installed the pack: the Koi Script Runner List is already there — open Settings → Object Setup → Lists and go to the next step.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" y="40919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0919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uploaded selectively: upload the playbooks and automation listed under PACK CONTENT, then create the List — New List, type JSON, named exactly Koi Script Runner — and paste the block from Lists/README.md (not from list-Koi_Script_Runner.json; its data field is escaped).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59536" y="49834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498348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two things only: endpoint_groups (your group) and script.name (the KOI script exactly as it appears in Action Center). One entry per OS.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59536" y="55001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152144" y="5500116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tracker_list, rescan_interval_hours, max_endpoints — already has working defaults.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59536" y="601675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152144" y="6016752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 → time-triggered → playbook KOI Script Runner - Refresh Job.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59536" y="653338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152144" y="653338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use Run now.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315200" y="3044952"/>
            <a:ext cx="4297680" cy="3538728"/>
          </a:xfrm>
          <a:prstGeom prst="roundRect">
            <a:avLst>
              <a:gd name="adj" fmla="val 129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26096" y="32278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626096" y="35753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918704" y="357530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tracker List appears under Lists, named as in your entry.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26096" y="40919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918704" y="40919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fills with one row per endpoint: an id and a last-scan value.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626096" y="46085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918704" y="460857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adds new endpoints without disturbing existing rows.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scan due endpoints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Scan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Process Config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Execute Endpoint Script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(our automation)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 passing — the tracker List has rows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agents in the group, matching the entry's endpoint_os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3557016"/>
          </a:xfrm>
          <a:prstGeom prst="roundRect">
            <a:avLst>
              <a:gd name="adj" fmla="val 128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 → time-triggered → playbook KOI Script Runner - Scan Job.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Run now.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462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462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run, then check Action Center.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" y="43754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754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 second time immediately.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3557016"/>
          </a:xfrm>
          <a:prstGeom prst="roundRect">
            <a:avLst>
              <a:gd name="adj" fmla="val 128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is dispatched to due, connected endpoints.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endpoints get a last-scan timestamp in the tracker.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wrong-OS and unknown endpoints stay due and retry later.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run does nothing — everything is inside the rescan interval.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626096" y="52669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918704" y="5266944"/>
            <a:ext cx="33832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SKIPPED entry means nothing was due; a STILL RUNNING entry means Action Center is finishing on its own. Both are normal and send no email.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Threat-hunting query library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46404"/>
          </a:xfrm>
          <a:prstGeom prst="roundRect">
            <a:avLst>
              <a:gd name="adj" fmla="val 483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the queries are files you paste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the cross-dataset hunts read xdr_data, which XSIAM holds natively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09444"/>
            <a:ext cx="6400800" cy="2148840"/>
          </a:xfrm>
          <a:prstGeom prst="roundRect">
            <a:avLst>
              <a:gd name="adj" fmla="val 212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5923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9397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docs/xql in the pack you were sent.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2689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QUERY_LIBRARY.md first — it explains the rules.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981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hunt into Query Builder, starting with H2.1.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9273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92734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detection too, for example A1.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15200" y="2409444"/>
            <a:ext cx="4297680" cy="2148840"/>
          </a:xfrm>
          <a:prstGeom prst="roundRect">
            <a:avLst>
              <a:gd name="adj" fmla="val 212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6096" y="25923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2609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293979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query runs and returns rows, or a clean empty result.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4564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45643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Hunts surface findings KOI scored that nobody actioned.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9730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97306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hunts and 46 detections are included.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test data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46404"/>
          </a:xfrm>
          <a:prstGeom prst="roundRect">
            <a:avLst>
              <a:gd name="adj" fmla="val 483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KoiSimulateEvents  (test automation)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KoiSimulateEvents automation imported (ships in TestTools)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81965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81965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KOI API key and no Core REST API needed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09444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5923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9397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on any incident.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2689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981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!KoiSimulateEvents alerts=40 duplicate_factor=8 audit=60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9273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92734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summary it prints — it tells you the answers in advance.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koisim_koisim_raw to check them.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09444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5923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3979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 events land in koisim_koisim_raw.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2689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distinct alerts delivered 8 times each, as real KOI does.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7856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78561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you measure match the summary exactly.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3108960"/>
            <a:ext cx="4389120" cy="438912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evidence per test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5361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Success; devices list returns rows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075688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19456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212848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 grows between collection cycles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734056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28529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871216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alerts far below raw rows — and that is correct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392424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51129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51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3529584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renders; counts stay stable across fetches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050792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169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4187952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reached; low risk auto-closes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8280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84632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shows catalog risk and both governance counts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141732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15361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0296" y="155448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parks on approval; blocklist untouched until approved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2075688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64808" y="219456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2212848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audit returns servers at or above the threshold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63640" y="2734056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28529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40296" y="2871216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List is created and fills with endpoints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3392424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64808" y="351129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64808" y="351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0296" y="3529584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marks only due, connected endpoints; re-run is a no-op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63640" y="4050792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64808" y="4169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6480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940296" y="4187952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queries run and return results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63640" y="470916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64808" y="48280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64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484632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counts match the summary exactly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48640" y="544068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59536" y="56235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twelve green — the pack is ready for production use.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in KOI_Integration_Customer_Guide_v1.4.0. Diagnostics in the troubleshooting guide.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Pack — Test Guide</dc:title>
  <dc:subject>PptxGenJS Presentation</dc:subject>
  <dc:creator>Cortex XSIAM</dc:creator>
  <cp:lastModifiedBy>Cortex XSIAM</cp:lastModifiedBy>
  <cp:revision>1</cp:revision>
  <dcterms:created xsi:type="dcterms:W3CDTF">2026-07-26T07:23:29Z</dcterms:created>
  <dcterms:modified xsi:type="dcterms:W3CDTF">2026-07-26T07:23:29Z</dcterms:modified>
</cp:coreProperties>
</file>