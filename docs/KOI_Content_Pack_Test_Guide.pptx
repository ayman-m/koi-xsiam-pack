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 top to bottom. Tests 1-4 prove the plumbing, 5-8 prove the automation, 9 proves fleet execution. Test 7 is the safety gate and must pass before production 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Verified against the playbook YAML: the three Koi Unified playbooks invoke no KOI API command, so a script-only customer needs neither a KOI key nor an integration instance.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single most consequential choice in the guide. A zip upload produces a tenant where every command works and no data ever arrives — which reads like a collector bug but is simply the wrong artifact.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Pack-installed items become system-owned and reject individual item uploads afterwards — ship later changes as a new pack version.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Import order matters because sub-playbook references bind by name — importing the parent first leaves it pointing at a playbook that does not exist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one of these is a by-name binding taken from the playbook YAML. The skipped-entry case is the quietest: a valid entry with no matching connected endpoint logs an info entry and deliberately sends no email.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Tests 1-4 are plumbing, 5-8 automation, 9 fleet execution. Test 7 is the one that must pass before production.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Test succeeds but koi-users-list returns 403, the key is fine and the source IP is the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it two cycles before judging. A single cycle with no new KOI activity legitimately returns nothing.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test that most often exposes the egress problem, because it hits the sensitive endpoints hardest.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parsing and modeling rules are user-defined and target koi_koi_raw.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 playbook cannot find the item, the alert may map the KOI payload to a field other than incident.details — adjust the alert_description input on KOI - Extract Alert 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investigations are best-effort: if KOI is unreachable the playbook still completes, it just has less to show.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blocklist add is the only state-changing command the automation can reach. Verify it did not run before approval — check the war room command history, not just the playbook 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proactive half of the pack: it finds risky agentic-AI assets without waiting for KOI to raise an alert.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outcomes are by design: ok, skipped (valid entry, nothing to run on right now) and failed. Skipped is not a failure and deliberately sends no email.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Almost every real-world failure is one of these six. The first is by far the most common.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 7 is the gate. The other eight can be re-run any time; test 7 should be re-run after any change to the response playbook.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-1463040"/>
            <a:ext cx="5486400" cy="5486400"/>
          </a:xfrm>
          <a:prstGeom prst="ellipse">
            <a:avLst/>
          </a:prstGeom>
          <a:solidFill>
            <a:srgbClr val="3FB950">
              <a:alpha val="7000"/>
            </a:srgbClr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75520" y="3200400"/>
            <a:ext cx="3108960" cy="3108960"/>
          </a:xfrm>
          <a:prstGeom prst="ellipse">
            <a:avLst/>
          </a:prstGeom>
          <a:solidFill>
            <a:srgbClr val="E8551F">
              <a:alpha val="7000"/>
            </a:srgbClr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600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CONTENT PACK  ·  ACCEPTANCE TESTING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874520"/>
            <a:ext cx="7863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Guide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548640" y="3310128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tests that prove every part of the pack works on your tenant — and what a pass looks like for each.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45262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548640" y="50749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423160" y="45262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~45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2423160" y="50749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297680" y="45262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4297680" y="50749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172200" y="45262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6172200" y="50749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to prod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need, by what you are deploying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8961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deployments have very different prerequisites. Pick your column before you start.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755648"/>
            <a:ext cx="5349240" cy="4114800"/>
          </a:xfrm>
          <a:prstGeom prst="roundRect">
            <a:avLst>
              <a:gd name="adj" fmla="val 1111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956816"/>
            <a:ext cx="4727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pack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59536" y="2304288"/>
            <a:ext cx="4727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Collection, triage, investigation and response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59536" y="272491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152144" y="2724912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Cortex XSIAM tenant — the parsing and modeling rules are fromversion 8.4.0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59536" y="324154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152144" y="3241548"/>
            <a:ext cx="4434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KOI API key with the xt-Administrator role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59536" y="357073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152144" y="3570732"/>
            <a:ext cx="4434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egress IP KOI accepts, or a Cortex engine that has one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59536" y="389991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152144" y="3899916"/>
            <a:ext cx="4434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demisto-sdk 1.38+ and a Standard XSIAM API key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59536" y="422910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152144" y="4229100"/>
            <a:ext cx="4434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one ingested KOI alert, for tests 5 to 7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63640" y="1755648"/>
            <a:ext cx="5349240" cy="4114800"/>
          </a:xfrm>
          <a:prstGeom prst="roundRect">
            <a:avLst>
              <a:gd name="adj" fmla="val 1111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74536" y="1956816"/>
            <a:ext cx="4727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Runner only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574536" y="2304288"/>
            <a:ext cx="4727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KOI scripts on endpoints from a Job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574536" y="272491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867144" y="2724912"/>
            <a:ext cx="4434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Cortex XSIAM tenant with Cortex agents installed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574536" y="305409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867144" y="3054096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KOI script package uploaded to Action Center → Scripts Library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574536" y="357073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867144" y="3570732"/>
            <a:ext cx="4434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endpoint group containing connected, unisolated agents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574536" y="389991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867144" y="3899916"/>
            <a:ext cx="4434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Optionally a mail-sender instance for notifications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574536" y="422910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867144" y="4229100"/>
            <a:ext cx="4434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KOI API key and no KOI integration instance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Script Runner playbooks call no koi-* command at all — only core-get-scripts, core-get-endpoints and core-script-run.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your path — it decides whether events flow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22960" y="142646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3474720" y="142646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lands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0" y="142646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Events?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869680" y="142646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when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1773936"/>
            <a:ext cx="11064240" cy="603504"/>
          </a:xfrm>
          <a:prstGeom prst="roundRect">
            <a:avLst>
              <a:gd name="adj" fmla="val 757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94767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474720" y="194767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Integration, rules, dashboard and playbooks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772400" y="194767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yes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9680" y="194767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tenants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2514600"/>
            <a:ext cx="11064240" cy="603504"/>
          </a:xfrm>
          <a:prstGeom prst="roundRect">
            <a:avLst>
              <a:gd name="adj" fmla="val 757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2688336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demisto-sdk --xsiam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474720" y="268833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Everything, at the version in your repo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772400" y="268833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yes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869680" y="2688336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Dev/test and CI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255264"/>
            <a:ext cx="11064240" cy="603504"/>
          </a:xfrm>
          <a:prstGeom prst="roundRect">
            <a:avLst>
              <a:gd name="adj" fmla="val 7576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34290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Pre-built dist/Koi.zip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3474720" y="34290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+ 3 playbooks only. No rules, no dashboard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772400" y="34290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04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no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869680" y="34290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for XSIAM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3995928"/>
            <a:ext cx="11064240" cy="603504"/>
          </a:xfrm>
          <a:prstGeom prst="roundRect">
            <a:avLst>
              <a:gd name="adj" fmla="val 757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416966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per-item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3474720" y="416966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items you import yourself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772400" y="416966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04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no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869680" y="416966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adoption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4828032"/>
            <a:ext cx="11064240" cy="896112"/>
          </a:xfrm>
          <a:prstGeom prst="roundRect">
            <a:avLst>
              <a:gd name="adj" fmla="val 5102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04672" y="5102352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04672" y="51023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298448" y="499262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pre-built zip was built for a different marketplace target: inside it the collector flag is isfetchevents: false, and it ships no parsing or modeling rules. Upload it to XSIAM and the commands work, but koi_koi_raw stays empty forever. Event collection needs the Marketplace or a demisto-sdk --xsiam upload.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pack with demisto-sdk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444752"/>
            <a:ext cx="6400800" cy="4160520"/>
          </a:xfrm>
          <a:prstGeom prst="roundRect">
            <a:avLst>
              <a:gd name="adj" fmla="val 1099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9536" y="16642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59536" y="20482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152144" y="204825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the SDK — 1.38+, older versions reject the platform marketplace.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59536" y="23774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152144" y="237744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pip3 install demisto-sdk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59536" y="27066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152144" y="270662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the pack at Packs/Koi inside a content-repo scaffold.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59536" y="30358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152144" y="303580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Packs/ApiModules/Scripts/ContentClientApiModule/ from demisto/content.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59536" y="336499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152144" y="336499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the SDK at the tenant: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59536" y="369417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152144" y="369417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DEMISTO_BASE_URL=https://api-&lt;tenant&gt;...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59536" y="402336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152144" y="402336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DEMISTO_API_KEY=&lt;standard-key&gt;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59536" y="43525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152144" y="435254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XSIAM_AUTH_ID=&lt;key-id&gt;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59536" y="46817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152144" y="468172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demisto-sdk upload -i Packs/Koi -z --xsiam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315200" y="1444752"/>
            <a:ext cx="4297680" cy="4160520"/>
          </a:xfrm>
          <a:prstGeom prst="roundRect">
            <a:avLst>
              <a:gd name="adj" fmla="val 1099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626096" y="16642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7626096" y="20482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918704" y="2048256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pack appears on the tenant at its version.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626096" y="23774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918704" y="237744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Integration, playbooks, rules and dashboard all land together.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626096" y="289407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918704" y="2894076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events is available on the instance.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48640" y="5715000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04672" y="5943600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04672" y="5943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298448" y="5833872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SDK sends the API key as-is, so it works only with a Standard XSIAM key. With an Advanced key the SDK cannot connect — build with zip-packs and POST the artifact to /xsoar/contentpacks/installed/upload with signed headers instead.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Runner only — the minimal import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run KOI scripts from an XSIAM Job and nothing else, import these four items by hand. Nothing else in the pack is required.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11064240" cy="768096"/>
          </a:xfrm>
          <a:prstGeom prst="roundRect">
            <a:avLst>
              <a:gd name="adj" fmla="val 5952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1956816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9568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98448" y="188366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Unified - Execute Endpoint Script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98448" y="2157984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Playbooks → Import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577840" y="199339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first — the others reference it by name.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2651760"/>
            <a:ext cx="11064240" cy="768096"/>
          </a:xfrm>
          <a:prstGeom prst="roundRect">
            <a:avLst>
              <a:gd name="adj" fmla="val 5952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04672" y="2871216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" y="28712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98448" y="279806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Unified - Process Config Entry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98448" y="3072384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Playbooks → Import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577840" y="290779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second — calls the executor above.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3566160"/>
            <a:ext cx="11064240" cy="768096"/>
          </a:xfrm>
          <a:prstGeom prst="roundRect">
            <a:avLst>
              <a:gd name="adj" fmla="val 5952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" y="3785616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4672" y="37856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98448" y="371246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Unified - Script Runner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298448" y="3986784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Playbooks → Import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577840" y="382219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third — the Job entry point.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4480560"/>
            <a:ext cx="11064240" cy="768096"/>
          </a:xfrm>
          <a:prstGeom prst="roundRect">
            <a:avLst>
              <a:gd name="adj" fmla="val 5952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4672" y="4700016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4672" y="47000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298448" y="462686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Script Runner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298448" y="4901184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Setup → Lists, type JSON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577840" y="473659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configuration array. Name must be exact.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5413248"/>
            <a:ext cx="11064240" cy="969264"/>
          </a:xfrm>
          <a:prstGeom prst="roundRect">
            <a:avLst>
              <a:gd name="adj" fmla="val 4717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" y="5541264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create the Job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841248" y="5833872"/>
            <a:ext cx="10479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→ Jobs → New Job, Time-triggered, playbook Koi Unified - Script Runner. You do NOT need the KOI integration, an API key, the parsing or modeling rules, the dashboard, or any of the seven KOI triage playbooks — the Script Runner set calls no KOI API command.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 that must match exactly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9692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below binds by name at run time. A mismatch does not raise a config error — it fails or silently skips at the next run.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17373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or key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297680" y="173736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match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7680960" y="173736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does not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048256"/>
            <a:ext cx="11064240" cy="493776"/>
          </a:xfrm>
          <a:prstGeom prst="roundRect">
            <a:avLst>
              <a:gd name="adj" fmla="val 9259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945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Koi Script Runner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297680" y="219456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JSON List name, character for character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680960" y="219456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runs, does nothing, prints "no valid configuration found"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624328"/>
            <a:ext cx="11064240" cy="493776"/>
          </a:xfrm>
          <a:prstGeom prst="roundRect">
            <a:avLst>
              <a:gd name="adj" fmla="val 9259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277063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script.name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297680" y="277063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script in Action Center → Scripts Library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680960" y="27706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Fails: "script name was not found in the library"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200400"/>
            <a:ext cx="11064240" cy="493776"/>
          </a:xfrm>
          <a:prstGeom prst="roundRect">
            <a:avLst>
              <a:gd name="adj" fmla="val 9259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334670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script.uuid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297680" y="334670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Optional. Wins over script.name when set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680960" y="334670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library entries with one name fail as "multiple scripts matched"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776472"/>
            <a:ext cx="11064240" cy="493776"/>
          </a:xfrm>
          <a:prstGeom prst="roundRect">
            <a:avLst>
              <a:gd name="adj" fmla="val 9259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392277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target.endpoint_groups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297680" y="392277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existing endpoint group with agents in it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680960" y="39227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is SKIPPED — an info entry, no failure email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352544"/>
            <a:ext cx="11064240" cy="493776"/>
          </a:xfrm>
          <a:prstGeom prst="roundRect">
            <a:avLst>
              <a:gd name="adj" fmla="val 9259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449884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target.endpoint_os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297680" y="449884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Windows, macOS or Linux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680960" y="44988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is reported invalid and skipped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4928616"/>
            <a:ext cx="11064240" cy="493776"/>
          </a:xfrm>
          <a:prstGeom prst="roundRect">
            <a:avLst>
              <a:gd name="adj" fmla="val 9259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2960" y="507492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sendmail_instance.name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297680" y="507492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enabled mail instance, if notifications are on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680960" y="50749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 step fails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48640" y="5504688"/>
            <a:ext cx="11064240" cy="493776"/>
          </a:xfrm>
          <a:prstGeom prst="roundRect">
            <a:avLst>
              <a:gd name="adj" fmla="val 9259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2960" y="565099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Sub-playbook names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297680" y="565099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- / Koi Unified - names, unrenamed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680960" y="565099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cannot resolve the sub-playbook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List name is fixed in the playbook task — the platform cannot parameterise ${lists.&lt;name&gt;}. To use another name you must edit the task.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PLAN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are going to prove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3505200" cy="1298448"/>
          </a:xfrm>
          <a:prstGeom prst="roundRect">
            <a:avLst>
              <a:gd name="adj" fmla="val 3521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719072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719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86384" y="2139696"/>
            <a:ext cx="3029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 &amp; authorisation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86384" y="2414016"/>
            <a:ext cx="3029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works and your egress is accepted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28160" y="1481328"/>
            <a:ext cx="3505200" cy="1298448"/>
          </a:xfrm>
          <a:prstGeom prst="roundRect">
            <a:avLst>
              <a:gd name="adj" fmla="val 3521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65904" y="1719072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65904" y="1719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65904" y="2139696"/>
            <a:ext cx="3029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collection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65904" y="2414016"/>
            <a:ext cx="3029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and audit logs land in koi_koi_raw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107680" y="1481328"/>
            <a:ext cx="3505200" cy="1298448"/>
          </a:xfrm>
          <a:prstGeom prst="roundRect">
            <a:avLst>
              <a:gd name="adj" fmla="val 3521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45424" y="1719072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45424" y="1719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345424" y="2139696"/>
            <a:ext cx="3029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surface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345424" y="2414016"/>
            <a:ext cx="3029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read commands return live tenant data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2999232"/>
            <a:ext cx="3505200" cy="1298448"/>
          </a:xfrm>
          <a:prstGeom prst="roundRect">
            <a:avLst>
              <a:gd name="adj" fmla="val 3521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6384" y="3236976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86384" y="32369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86384" y="3657600"/>
            <a:ext cx="3029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&amp; data model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86384" y="3931920"/>
            <a:ext cx="3029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are normalised and visualised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328160" y="2999232"/>
            <a:ext cx="3505200" cy="1298448"/>
          </a:xfrm>
          <a:prstGeom prst="roundRect">
            <a:avLst>
              <a:gd name="adj" fmla="val 3521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65904" y="3236976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65904" y="32369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65904" y="3657600"/>
            <a:ext cx="3029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triage end to end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4565904" y="3931920"/>
            <a:ext cx="3029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alert is investigated and classified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107680" y="2999232"/>
            <a:ext cx="3505200" cy="1298448"/>
          </a:xfrm>
          <a:prstGeom prst="roundRect">
            <a:avLst>
              <a:gd name="adj" fmla="val 3521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5424" y="3236976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345424" y="32369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345424" y="3657600"/>
            <a:ext cx="3029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investigations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345424" y="3931920"/>
            <a:ext cx="3029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and device context is gathered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8640" y="4517136"/>
            <a:ext cx="3505200" cy="1298448"/>
          </a:xfrm>
          <a:prstGeom prst="roundRect">
            <a:avLst>
              <a:gd name="adj" fmla="val 3521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86384" y="4754880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86384" y="4754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786384" y="5175504"/>
            <a:ext cx="3029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Gated response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786384" y="5449824"/>
            <a:ext cx="3029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blocked without a human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328160" y="4517136"/>
            <a:ext cx="3505200" cy="1298448"/>
          </a:xfrm>
          <a:prstGeom prst="roundRect">
            <a:avLst>
              <a:gd name="adj" fmla="val 3521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565904" y="4754880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565904" y="4754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4565904" y="5175504"/>
            <a:ext cx="3029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hunt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4565904" y="5449824"/>
            <a:ext cx="3029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Risky MCP servers surface without an alert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8107680" y="4517136"/>
            <a:ext cx="3505200" cy="1298448"/>
          </a:xfrm>
          <a:prstGeom prst="roundRect">
            <a:avLst>
              <a:gd name="adj" fmla="val 3521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345424" y="4754880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345424" y="4754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8345424" y="5175504"/>
            <a:ext cx="3029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Runner job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8345424" y="5449824"/>
            <a:ext cx="3029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scripts run on Cortex-Agent endpoints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them in order — each test assumes the previous one passed.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 &amp; authorisation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444752"/>
            <a:ext cx="6400800" cy="2523744"/>
          </a:xfrm>
          <a:prstGeom prst="roundRect">
            <a:avLst>
              <a:gd name="adj" fmla="val 1812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9536" y="16642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59536" y="20482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152144" y="204825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Integrations → add a KOI instance.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59536" y="23774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152144" y="237744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 URL:  https://api.prod.koi.security/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59536" y="27066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152144" y="270662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the API key, then click Test.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59536" y="30358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152144" y="303580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!koi-devices-list limit=5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59536" y="336499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152144" y="336499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!koi-users-list limit=1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315200" y="1444752"/>
            <a:ext cx="4297680" cy="2523744"/>
          </a:xfrm>
          <a:prstGeom prst="roundRect">
            <a:avLst>
              <a:gd name="adj" fmla="val 1812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26096" y="16642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626096" y="20482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918704" y="2048256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returns Success.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626096" y="23774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918704" y="2377440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device table with up to five rows.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626096" y="27066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918704" y="270662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koi-users-list returns a user record.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626096" y="30358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918704" y="3035808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403 Forbidden on either command.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48640" y="4187952"/>
            <a:ext cx="11064240" cy="841248"/>
          </a:xfrm>
          <a:prstGeom prst="roundRect">
            <a:avLst>
              <a:gd name="adj" fmla="val 5435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04672" y="4434840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672" y="4434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298448" y="4361688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koi-users-list is the egress probe. A valid key can still return 403 from a shared cloud egress — if it does, run the integration on a Cortex engine whose egress IP KOI accepts. Event collection is unaffected either way.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collection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444752"/>
            <a:ext cx="6400800" cy="2852928"/>
          </a:xfrm>
          <a:prstGeom prst="roundRect">
            <a:avLst>
              <a:gd name="adj" fmla="val 160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9536" y="16642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59536" y="20482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152144" y="204825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instance, enable Fetch events and save.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59536" y="23774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152144" y="237744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for one or two fetch cycles.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59536" y="27066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152144" y="270662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 = koi_koi_raw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59536" y="30358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152144" y="303580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comp count() as events by source_log_type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59536" y="336499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152144" y="336499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the query after the next cycle.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59536" y="369417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152144" y="369417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!koi-fetch-context-get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315200" y="1444752"/>
            <a:ext cx="4297680" cy="2852928"/>
          </a:xfrm>
          <a:prstGeom prst="roundRect">
            <a:avLst>
              <a:gd name="adj" fmla="val 1603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26096" y="16642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7626096" y="20482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918704" y="2048256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for the Alerts and Audit log types.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626096" y="23774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918704" y="2377440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increase between the two runs.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626096" y="27066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918704" y="270662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koi-fetch-context-get shows the cursor.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48640" y="4517136"/>
            <a:ext cx="11064240" cy="841248"/>
          </a:xfrm>
          <a:prstGeom prst="roundRect">
            <a:avLst>
              <a:gd name="adj" fmla="val 5435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04672" y="476402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672" y="47640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298448" y="4690872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collection uses a different KOI endpoint from the command surface, so it keeps working even when the sensitive endpoints return 403. A passing test 2 alongside a failing test 1 points squarely at egress.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surface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444752"/>
            <a:ext cx="6400800" cy="3511296"/>
          </a:xfrm>
          <a:prstGeom prst="roundRect">
            <a:avLst>
              <a:gd name="adj" fmla="val 1302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9536" y="16642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59536" y="20482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152144" y="204825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 the read commands in the playground: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59536" y="23774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152144" y="237744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!koi-inventory-list limit=5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59536" y="27066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152144" y="270662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!koi-koidex-search query=&lt;package&gt;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59536" y="30358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152144" y="303580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!koi-blocklist-get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59536" y="336499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152144" y="336499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!koi-policy-list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59536" y="369417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152144" y="369417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!koi-findings-list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59536" y="402336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152144" y="402336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a device id from test 1 and run: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859536" y="43525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152144" y="435254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!koi-device-inventory-get device_id=&lt;id&gt;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315200" y="1444752"/>
            <a:ext cx="4297680" cy="3511296"/>
          </a:xfrm>
          <a:prstGeom prst="roundRect">
            <a:avLst>
              <a:gd name="adj" fmla="val 1302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626096" y="16642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7626096" y="20482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918704" y="2048256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returns a table plus context under Koi.*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7626096" y="23774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918704" y="2377440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403 on any of them.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626096" y="27066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918704" y="270662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Lists everything installed on that host.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626096" y="30358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918704" y="3035808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items on one host, 35 flagged high risk.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48640" y="5175504"/>
            <a:ext cx="11064240" cy="841248"/>
          </a:xfrm>
          <a:prstGeom prst="roundRect">
            <a:avLst>
              <a:gd name="adj" fmla="val 5435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04672" y="5422392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04672" y="5422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298448" y="534924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Twenty of the twenty-six commands are read-only. Only six change tenant state: the allowlist and blocklist add/remove pairs, koi-policy-status-update and koi-fetch-context-set. None of them run in this test.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&amp; data model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444752"/>
            <a:ext cx="6400800" cy="2523744"/>
          </a:xfrm>
          <a:prstGeom prst="roundRect">
            <a:avLst>
              <a:gd name="adj" fmla="val 1812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9536" y="16642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59536" y="20482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152144" y="204825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 &amp; Reports → open Koi Alerts Dashboard.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59536" y="23774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152144" y="237744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time range to cover your ingested data.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59536" y="27066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152144" y="270662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each widget renders.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59536" y="30358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152144" y="303580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check the modelling with XQL: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59536" y="336499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152144" y="336499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 = koi_koi_raw | fields xdm.*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315200" y="1444752"/>
            <a:ext cx="4297680" cy="2523744"/>
          </a:xfrm>
          <a:prstGeom prst="roundRect">
            <a:avLst>
              <a:gd name="adj" fmla="val 1812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26096" y="16642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626096" y="20482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918704" y="2048256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Widgets render with data, not empty states.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626096" y="23774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918704" y="2377440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XDM fields are populated, not null.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626096" y="27066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918704" y="270662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activity matches what KOI shows.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4187952"/>
            <a:ext cx="11064240" cy="841248"/>
          </a:xfrm>
          <a:prstGeom prst="roundRect">
            <a:avLst>
              <a:gd name="adj" fmla="val 5435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4672" y="4434840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672" y="4434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298448" y="4361688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empty dashboard with a passing test 2 usually means the time range, not the data. Widen it before investigating the rules.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triage, end to end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444752"/>
            <a:ext cx="6400800" cy="2711196"/>
          </a:xfrm>
          <a:prstGeom prst="roundRect">
            <a:avLst>
              <a:gd name="adj" fmla="val 168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9536" y="16642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59536" y="20482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152144" y="204825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 ingested KOI alert (source koi).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59536" y="23774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152144" y="237744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and run KOI - Alert Triage.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59536" y="27066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152144" y="270662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Work Plan to completion.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59536" y="30358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152144" y="303580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war room from top to bottom.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315200" y="1444752"/>
            <a:ext cx="4297680" cy="2711196"/>
          </a:xfrm>
          <a:prstGeom prst="roundRect">
            <a:avLst>
              <a:gd name="adj" fmla="val 1686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626096" y="16642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626096" y="20482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918704" y="2048256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Plan completes — runStatus: completed.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7626096" y="23774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918704" y="2377440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item investigation summary is posted.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626096" y="27066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918704" y="270662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device investigation summary is posted.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626096" y="30358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918704" y="3035808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triage summary carries a verdict.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626096" y="336499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918704" y="336499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auto-closes, Suspicious stays open, Malicious raises severity.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48640" y="4375404"/>
            <a:ext cx="11064240" cy="841248"/>
          </a:xfrm>
          <a:prstGeom prst="roundRect">
            <a:avLst>
              <a:gd name="adj" fmla="val 5435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04672" y="4622292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672" y="46222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298448" y="454914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run: a vulnerable-dependency alert on a package whose KOI catalog risk is High escalated to Malicious — driven by the independent catalog data, not the alert's own severity. That corroboration is the point of the verdict logic.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investigations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444752"/>
            <a:ext cx="6400800" cy="2194560"/>
          </a:xfrm>
          <a:prstGeom prst="roundRect">
            <a:avLst>
              <a:gd name="adj" fmla="val 208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9536" y="16642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59536" y="20482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152144" y="204825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test 5 run, open the item investigation summary.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59536" y="23774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152144" y="237744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device investigation summary and its risky-items table.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59536" y="27066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152144" y="270662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Optionally run the device investigation on its own: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59536" y="30358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152144" y="303580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KOI - Investigate Device, device_id=&lt;id&gt;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315200" y="1444752"/>
            <a:ext cx="4297680" cy="2194560"/>
          </a:xfrm>
          <a:prstGeom prst="roundRect">
            <a:avLst>
              <a:gd name="adj" fmla="val 2083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626096" y="16642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626096" y="20482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918704" y="2048256"/>
            <a:ext cx="338328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Item: catalog risk and AI summary, org exposure, endpoints and users, blocklist state, remediation and approval history.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7626096" y="27523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918704" y="275234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Device: everything installed on the host, which of it is risky, host remediations.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3858768"/>
            <a:ext cx="11064240" cy="841248"/>
          </a:xfrm>
          <a:prstGeom prst="roundRect">
            <a:avLst>
              <a:gd name="adj" fmla="val 5435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4672" y="4105656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4672" y="4105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298448" y="4032504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cosmetic issue: a few item-investigation fields render with array brackets — ["high"] rather than high — because the platform resolves arrays differently inside a sub-playbook. The values are correct and the analyst-facing triage summary renders clean.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7  ·  SAFETY-CRITICAL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stays gated on a human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444752"/>
            <a:ext cx="6400800" cy="2852928"/>
          </a:xfrm>
          <a:prstGeom prst="roundRect">
            <a:avLst>
              <a:gd name="adj" fmla="val 160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9536" y="16642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59536" y="20482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152144" y="204825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a Malicious verdict reach the response step, or run it directly: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59536" y="23774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152144" y="237744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KOI - Block and Remediate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59536" y="27066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152144" y="270662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item_id=&lt;id&gt;  marketplace=&lt;mp&gt;  auto_block=false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59536" y="30358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152144" y="303580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approve yet.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59536" y="336499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152144" y="336499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the run state and the war room.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59536" y="369417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152144" y="369417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approve, and re-inspect.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315200" y="1444752"/>
            <a:ext cx="4297680" cy="2852928"/>
          </a:xfrm>
          <a:prstGeom prst="roundRect">
            <a:avLst>
              <a:gd name="adj" fmla="val 1603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26096" y="16642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7626096" y="20482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918704" y="2048256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 parks — runStatus: waiting.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626096" y="23774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918704" y="2377440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koi-blocklist-items-add has NOT executed.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626096" y="27066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918704" y="270662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approval shows the full investigation.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7626096" y="30358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918704" y="3035808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already-blocklisted item short-circuits as Already blocked.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626096" y="35524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918704" y="355244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then does the blocklist write fire.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48640" y="4517136"/>
            <a:ext cx="11064240" cy="841248"/>
          </a:xfrm>
          <a:prstGeom prst="roundRect">
            <a:avLst>
              <a:gd name="adj" fmla="val 5435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4672" y="476402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04672" y="47640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298448" y="4690872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one test that must pass before you use the pack in production. Triage always calls the response playbook with auto_block=false, so a Malicious verdict can never block software on its own.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hunt for risky MCP servers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444752"/>
            <a:ext cx="6400800" cy="2523744"/>
          </a:xfrm>
          <a:prstGeom prst="roundRect">
            <a:avLst>
              <a:gd name="adj" fmla="val 1812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9536" y="16642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59536" y="20482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152144" y="204825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KOI - MCP Server Audit manually first.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59536" y="23774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152144" y="237744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risk_levels at its default: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59536" y="27066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152144" y="270662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high,critical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59536" y="30358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152144" y="303580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what it flags.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59536" y="336499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152144" y="336499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attach it to a time-triggered Job.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0" y="1444752"/>
            <a:ext cx="4297680" cy="2523744"/>
          </a:xfrm>
          <a:prstGeom prst="roundRect">
            <a:avLst>
              <a:gd name="adj" fmla="val 1812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26096" y="16642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626096" y="20482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918704" y="2048256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MCP-server inventory is enumerated.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626096" y="23774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918704" y="237744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at or above the threshold are flagged and reported.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626096" y="289407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918704" y="2894076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your schedule with no alert needed.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4187952"/>
            <a:ext cx="11064240" cy="841248"/>
          </a:xfrm>
          <a:prstGeom prst="roundRect">
            <a:avLst>
              <a:gd name="adj" fmla="val 5435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4672" y="4434840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672" y="4434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298448" y="4361688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audit queries koi-inventory-list with view=mcp_servers. Confirm that view matches how your tenant categorises MCP servers — if it returns nothing, check the categorisation before assuming the estate is clean.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Runner job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444752"/>
            <a:ext cx="6400800" cy="2523744"/>
          </a:xfrm>
          <a:prstGeom prst="roundRect">
            <a:avLst>
              <a:gd name="adj" fmla="val 1812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9536" y="16642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59536" y="20482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152144" y="204825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prerequisites exist and match by name.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59536" y="23774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152144" y="237744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the JSON List named exactly: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59536" y="27066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152144" y="270662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Koi Script Runner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59536" y="30358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152144" y="303580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→ Jobs → Run now.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59536" y="336499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152144" y="336499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run, then open Action Center.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0" y="1444752"/>
            <a:ext cx="4297680" cy="2523744"/>
          </a:xfrm>
          <a:prstGeom prst="roundRect">
            <a:avLst>
              <a:gd name="adj" fmla="val 1812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26096" y="16642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626096" y="20482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918704" y="2048256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Plan is green.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626096" y="23774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918704" y="2377440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ScriptResult ok:true plus an action_id.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626096" y="27066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918704" y="270662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SKIPPED info entries where no connected endpoint matches the OS scope — and no failure email.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626096" y="322326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918704" y="3223260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Center shows COMPLETED_SUCCESSFULLY.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48640" y="4187952"/>
            <a:ext cx="11064240" cy="841248"/>
          </a:xfrm>
          <a:prstGeom prst="roundRect">
            <a:avLst>
              <a:gd name="adj" fmla="val 5435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04672" y="4434840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672" y="4434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298448" y="4361688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binding on the 'Names that must match exactly' slide applies here. The war room records which reference broke, and a SKIPPED entry is not a failure — it means no connected, unisolated endpoint currently matches that OS scope.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SOMETHING FAILS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 → cause → fix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517904"/>
            <a:ext cx="11064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6733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on inventory, koidex or users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206240" y="168249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IP not accepted by KOI's edge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7680960" y="168249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integration on a Cortex engine with an allowlisted egress IP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11064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35000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passes but no events arrive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206240" y="235915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events not enabled, or no new KOI activity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680960" y="23591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it, wait two cycles, check koi-fetch-context-get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871216"/>
            <a:ext cx="11064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02666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cannot find the item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206240" y="30358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alert maps the KOI payload elsewhere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680960" y="30358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 alert_description on KOI - Extract Alert Context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547872"/>
            <a:ext cx="11064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37033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Enrichment empty, playbook still green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206240" y="371246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Best-effort by design — KOI was unreachable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680960" y="37124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with !koi-users-list limit=1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4224528"/>
            <a:ext cx="11064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437997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entry reports SKIPPED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206240" y="43891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connected, unisolated endpoint matches the OS scope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680960" y="4389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group membership and endpoint_os in the List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901184"/>
            <a:ext cx="11064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50566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not found at dispatch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206240" y="50657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name does not match script.name exactly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680960" y="50657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name, or pin script.uuid to be rename-proof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48640" y="5742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row accounts for most real-world failures — check egress before anything else.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-3108960"/>
            <a:ext cx="4389120" cy="4389120"/>
          </a:xfrm>
          <a:prstGeom prst="ellipse">
            <a:avLst/>
          </a:prstGeom>
          <a:solidFill>
            <a:srgbClr val="3FB950">
              <a:alpha val="7000"/>
            </a:srgbClr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SIGN-OFF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line of evidence per test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5349240" cy="585216"/>
          </a:xfrm>
          <a:prstGeom prst="roundRect">
            <a:avLst>
              <a:gd name="adj" fmla="val 781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1700784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43584" y="1709928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returns Success and koi-devices-list returns rows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286000"/>
            <a:ext cx="5349240" cy="585216"/>
          </a:xfrm>
          <a:prstGeom prst="roundRect">
            <a:avLst>
              <a:gd name="adj" fmla="val 781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9808" y="2414016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24140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43584" y="24231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koi_koi_raw event counts grow between fetch cycles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999232"/>
            <a:ext cx="5349240" cy="585216"/>
          </a:xfrm>
          <a:prstGeom prst="roundRect">
            <a:avLst>
              <a:gd name="adj" fmla="val 781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49808" y="3127248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31272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43584" y="3136392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commands return tenant data with no 403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3712464"/>
            <a:ext cx="5349240" cy="585216"/>
          </a:xfrm>
          <a:prstGeom prst="roundRect">
            <a:avLst>
              <a:gd name="adj" fmla="val 781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9808" y="3840480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9808" y="3840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43584" y="3849624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widgets render and XDM fields are populated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4425696"/>
            <a:ext cx="5349240" cy="585216"/>
          </a:xfrm>
          <a:prstGeom prst="roundRect">
            <a:avLst>
              <a:gd name="adj" fmla="val 781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9808" y="455371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9808" y="4553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243584" y="4562856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completes with a verdict and both summaries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263640" y="1572768"/>
            <a:ext cx="5349240" cy="585216"/>
          </a:xfrm>
          <a:prstGeom prst="roundRect">
            <a:avLst>
              <a:gd name="adj" fmla="val 781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64808" y="1700784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64808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58584" y="1709928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and device investigations carry real KOI data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63640" y="2286000"/>
            <a:ext cx="5349240" cy="585216"/>
          </a:xfrm>
          <a:prstGeom prst="roundRect">
            <a:avLst>
              <a:gd name="adj" fmla="val 781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64808" y="2414016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64808" y="24140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958584" y="24231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parks on approval; blocklist write did not execute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263640" y="2999232"/>
            <a:ext cx="5349240" cy="585216"/>
          </a:xfrm>
          <a:prstGeom prst="roundRect">
            <a:avLst>
              <a:gd name="adj" fmla="val 781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64808" y="3127248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64808" y="31272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958584" y="3136392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audit flags items at or above the threshold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263640" y="3712464"/>
            <a:ext cx="5349240" cy="585216"/>
          </a:xfrm>
          <a:prstGeom prst="roundRect">
            <a:avLst>
              <a:gd name="adj" fmla="val 781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64808" y="3840480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64808" y="3840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958584" y="3849624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returns ScriptResult ok with an action_id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263640" y="4425696"/>
            <a:ext cx="5349240" cy="585216"/>
          </a:xfrm>
          <a:prstGeom prst="roundRect">
            <a:avLst>
              <a:gd name="adj" fmla="val 7813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64808" y="4572000"/>
            <a:ext cx="4946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nine green → the pack is ready for production use.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48640" y="58064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 for every step is in the customer guide — KOI_Integration_Customer_Guide_v1.3.0 (Word and PDF).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KOI Content Pack — Test Guide</dc:title>
  <dc:subject>PptxGenJS Presentation</dc:subject>
  <dc:creator>Cortex XSIAM</dc:creator>
  <cp:lastModifiedBy>Cortex XSIAM</cp:lastModifiedBy>
  <cp:revision>1</cp:revision>
  <dcterms:created xsi:type="dcterms:W3CDTF">2026-07-20T08:48:21Z</dcterms:created>
  <dcterms:modified xsi:type="dcterms:W3CDTF">2026-07-20T08:48:21Z</dcterms:modified>
</cp:coreProperties>
</file>