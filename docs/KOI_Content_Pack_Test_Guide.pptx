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Written for an operator, not a content developer. Every test names the tenant-side setup it needs before it can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Grouping by dependency, not just by order, so a tester who is blocked on one prerequisite can still make progress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Egress is the single most common deployment problem and it is not obvious from the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number one thing testers misread as a duplication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state-changing action in the pack. Treat this as the production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Refresh must run before Scan. An empty tracker means Scan has nothing to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Fastest possible demo: no KOI key, no waiting, and the expected numbers are printed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 that prove every part of the pack — with the tenant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1.5.0   · 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517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463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— devices, inventory, catalog risk, governance.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203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148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67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28895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2889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28346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529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5753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575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5204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5387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playbooks: triage, item and device investigation, gated response, MCP hunt.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2611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261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2062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54880" y="42245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48006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49469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4946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48920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XQL query library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754880" y="4910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saved queries: 26 threat hunts and 46 detections.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86400"/>
            <a:ext cx="11064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5632704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5632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43584" y="557784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tooling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55961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simulator, so you can test without waiting for real KOI activity.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covered by a test in this guide.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98848"/>
            <a:ext cx="10442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4 prove data is arriving and correct. Tests 5 to 8 prove the automation. Tests 9 and 10 prove fleet script execution — the only ones needing the Core REST API integration. Tests 11 and 12 are the query library and the simulator, and run any time.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65760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373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0" y="17373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589520" y="173736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9397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20370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0" y="22037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20370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56032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6700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657600" y="26700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1-8, 11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026664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1363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57600" y="31363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589520" y="313639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only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60273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36027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589520" y="360273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59352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0690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57600" y="40690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the agents, then Endpoints → Endpoint Groups → dynamic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589520" y="40690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425696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5354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657600" y="4535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5354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892040"/>
            <a:ext cx="11064240" cy="402336"/>
          </a:xfrm>
          <a:prstGeom prst="roundRect">
            <a:avLst>
              <a:gd name="adj" fmla="val 1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00176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sender instance (optional)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0" y="5001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89520" y="500176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9-10 notifications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REST API instance is required for tests 9 and 10 only. The Script Runner reads endpoint groups through it, which is how it covers groups larger than 100 endpoints. Everything else in this guide runs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in — only one collects events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749040" y="137160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686800" y="13716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upload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883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integration, playbooks, rules, dashboard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8680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04872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587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 upload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25968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only. The collector and rules do not activate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0" y="25877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370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whoever sent you the pack to install it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59536" y="3703320"/>
            <a:ext cx="10442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with demisto-sdk is a developer task and needs a Standard XSIAM API key. If you are testing rather than deploying, have it installed for you and start at Test 1. Nothing else in this guide needs a developer.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7731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pack, or uploading piece by piece?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59536" y="51206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512064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pack: every playbook, automation, rule and the Koi Script Runner List are already on the tenant. Nothing to upload.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9536" y="5449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5449824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selectively: the PACK CONTENT column on each test is your upload checklist for that test.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tests, four groups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arriving and correct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Connectivity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53872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Event collection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620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Parsing &amp; data 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33688" y="1883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5237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automation works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Alert triage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3872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Item &amp; device investigation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3620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Gated response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33688" y="288950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MCP server hunt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52958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124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 What to put in place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3872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Refresh the tracker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36208" y="3895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Scan due endpoints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11064240" cy="859536"/>
          </a:xfrm>
          <a:prstGeom prst="roundRect">
            <a:avLst>
              <a:gd name="adj" fmla="val 531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" y="453542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Extras, any time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124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Threat-hunting library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538728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Simulated test data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" y="5605272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6384" y="5605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43584" y="5541264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tests 9 and 10 need the Core REST API integration. Only tests 1-8 and 11 need a KOI API key. Test 12 needs neither and is the fastest way to see the pack working.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(KOI console → Settings → API Access)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add an integration instance in XSIAM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key. Optionally set a Tenant Name label.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Test, then Save.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at the bottom of any incident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up to five devices.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set a Tenant Name it will appear on collected events later.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761488"/>
          </a:xfrm>
          <a:prstGeom prst="roundRect">
            <a:avLst>
              <a:gd name="adj" fmla="val 165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event types to collect,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Incident Response → Investigation → Query Builder and run: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982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0" y="2221992"/>
            <a:ext cx="4297680" cy="2761488"/>
          </a:xfrm>
          <a:prstGeom prst="roundRect">
            <a:avLst>
              <a:gd name="adj" fmla="val 165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and the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Modeling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Builder, count real alerts rather than rows: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alter nid = json_extract_scalar(metadata, "$.notification_event_id")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count_distinct(nid) as real_alerts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numbers return.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larger than real_alerts — often much larger.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item_id, alert_hostname and risk_level are populated and directly queryable.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the KOI Alerts Dashboard.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alert totals, risk mix and top items.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back after another collection cycle and compare.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2221992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counts are far lower than the raw row count from Test 3.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5981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 — they do not climb on their own.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 / 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field: KOI Notification ID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 (a correlation rule over koi_koi_raw, or Test 12 for simulated data)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5295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5295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 from the CLI: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587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587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IR - Alert Triage"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59536" y="4187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18795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extracted: item, marketplace, risk, host.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and pending stay open for a human.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device id — both visible on any KOI alert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Investigate Item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IR - Investigate Device and a device id.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catalog risk and an AI-written summary.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 exposure: installs, endpoints, affected users.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5262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5262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device: everything installed on that host, and which of it is risky.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 and both governance counts.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 instead of being added twice.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hunt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534924"/>
          </a:xfrm>
          <a:prstGeom prst="roundRect">
            <a:avLst>
              <a:gd name="adj" fmla="val 854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 — the KOI integration answers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997964"/>
            <a:ext cx="6400800" cy="2103120"/>
          </a:xfrm>
          <a:prstGeom prst="roundRect">
            <a:avLst>
              <a:gd name="adj" fmla="val 217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21808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5953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52144" y="252831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Hunting - MCP Server Audit → Run.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59536" y="28575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85750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risk_levels (default high, critical).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18668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18668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table.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158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1586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schedule it: Automation → Jobs → New Job, time-triggered.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15200" y="1997964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6096" y="218084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626096" y="25283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918704" y="25283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of MCP servers at or above the risk threshold.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26096" y="30449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0449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table is a valid result — it means nothing risky is installed.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9 AND 10 — PREPARE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Runner: everything this use case needs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5943600" cy="2788920"/>
          </a:xfrm>
          <a:prstGeom prst="roundRect">
            <a:avLst>
              <a:gd name="adj" fmla="val 163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46304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 — all of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1755648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playbooks — import child before parent: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32688" y="2011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KOI Script Runner - Execute Endpoint Script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23570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KOI Script Runner - Process Config Entry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32688" y="245973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KOI Script Runner - Refresh Entry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68376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KOI Script Runner - Refresh Job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" y="29077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KOI Script Runner - Scan Job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2004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4198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— an automation, not a playbook. Ours, and different from the KOI deployment script opposite. For manual upload use dist/automation-KoiScanTracker.yml (one file).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0" y="1298448"/>
            <a:ext cx="4754880" cy="2788920"/>
          </a:xfrm>
          <a:prstGeom prst="roundRect">
            <a:avLst>
              <a:gd name="adj" fmla="val 163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0" y="14630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68896" y="17739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61504" y="1773936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— the Refresh job reads endpoint groups through it.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68896" y="22905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461504" y="2290572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deployment script in Action Center → Scripts Library. Download it from YOUR KOI console; it is KOI's script, not a Cortex one, and must take no parameters.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168896" y="31821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461504" y="3182112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build a dynamic group on that tag.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187952"/>
            <a:ext cx="11064240" cy="2395728"/>
          </a:xfrm>
          <a:prstGeom prst="roundRect">
            <a:avLst>
              <a:gd name="adj" fmla="val 190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3891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once, before tests 9 and 10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9536" y="47365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152144" y="4736592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the whole pack? All of the above is already on the tenant — go straight to test 9.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9536" y="50657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52144" y="506577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selectively? Automation → Playbooks → Import for the five playbooks, in the order listed.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59536" y="53949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52144" y="5394960"/>
            <a:ext cx="10149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Scripts → Import for KoiScanTracker — upload dist/automation-KoiScanTracker.yml. One file, code already inside; do not upload the two files under Scripts/.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9536" y="59115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152144" y="5911596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exactly Koi Script Runner. Paste the block from Lists/README.md.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9536" y="62407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52144" y="6240780"/>
            <a:ext cx="10149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in that List: endpoint_groups and script.name. One entry per OS; the rest has working defaults.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(automation)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previous slide is in place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70048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Script Runner - Refresh Job.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use Run now.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670048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wrong-OS and unknown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everything is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Threat-hunting query library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the queries are files you paste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cross-dataset hunts read xdr_data, which XSIAM holds natively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148840"/>
          </a:xfrm>
          <a:prstGeom prst="roundRect">
            <a:avLst>
              <a:gd name="adj" fmla="val 212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docs/xql in the pack you were sent.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QUERY_LIBRARY.md first — it explains the rules.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hunt into Query Builder, starting with H2.1.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detection too, for example A1.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15200" y="2409444"/>
            <a:ext cx="4297680" cy="2148840"/>
          </a:xfrm>
          <a:prstGeom prst="roundRect">
            <a:avLst>
              <a:gd name="adj" fmla="val 212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918704" y="29397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query runs and returns rows, or a clean empty result.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26096" y="34564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34564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Hunts surface findings KOI scored that nobody actioned.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9730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97306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hunts and 46 detections are included.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test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46404"/>
          </a:xfrm>
          <a:prstGeom prst="roundRect">
            <a:avLst>
              <a:gd name="adj" fmla="val 483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KoiSimulateEvents  (test automation)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KoiSimulateEvents automation imported (ships in TestTools)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8196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81965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Core REST API needed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09444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5923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9397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2689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59816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!KoiSimulateEvents alerts=40 duplicate_factor=8 audit=60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9273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92734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summary it prints — it tells you the answers in advance.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koisim_koisim_raw to check them.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09444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5923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397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3979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events land in koisim_koisim_raw.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2689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26898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distinct alerts delivered 8 times each, as real KOI does.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7856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78561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you measure match the summary exactly.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devices list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 between collection cycles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 — and that is correct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renders; counts stay stable across fetches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25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catalog risk and both governance counts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141732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15361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1536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155448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 until approved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075688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219456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2212848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 at or above the 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2734056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285292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2871216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3392424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351129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35112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3529584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endpoints; re-run is a no-op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63640" y="4050792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64808" y="4169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6480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940296" y="4187952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queries run and return results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63640" y="4709160"/>
            <a:ext cx="5349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64808" y="482803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64808" y="4828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940296" y="4846320"/>
            <a:ext cx="4453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counts match the summary exactly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48640" y="544068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59536" y="56235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twelve green — the pack is ready for production use.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KOI_Integration_Customer_Guide_v1.4.0. Diagnostics in the troubleshooting guide.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XSIAM</dc:creator>
  <cp:lastModifiedBy>Cortex XSIAM</cp:lastModifiedBy>
  <cp:revision>1</cp:revision>
  <dcterms:created xsi:type="dcterms:W3CDTF">2026-07-26T07:34:32Z</dcterms:created>
  <dcterms:modified xsi:type="dcterms:W3CDTF">2026-07-26T07:34:32Z</dcterms:modified>
</cp:coreProperties>
</file>