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KOI content pack overview. Covers what ships in the pack, its capabilities, the automated triage and investigation flow, analyst-gated response, deployment and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 targets self-installed software and the agentic-AI supply chain — the assets traditional endpoint tooling does not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component groups. The two playbook suites solve different problems: alert-driven response, and scheduled fleet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capabilities spanning visibility, intelligence, automated triage, investigation, gated response and fleet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tracks: telemetry into the data model, and alert-driven automation. The egress caveat is the single most common cause of 403s on the command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 is keyed on KOI's own alert type and risk level, corroborated by the independent Koidex catalog risk — so a benign-looking alert on a high-risk package still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item investigation answers what and where; the device investigation answers what else is on that host. Together they give the analyst the full picture before any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safety property: the blocklist write never fires before approval. This was verified end to end on a live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commands. Most are read-only; the state-changing ones are the allow/block list writes and policy status updates.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install paths. Validation: connectivity, collector, and a triage run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results from a live tenant run,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three places to go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669280" cy="566928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3291840" cy="3291840"/>
          </a:xfrm>
          <a:prstGeom prst="ellipse">
            <a:avLst/>
          </a:prstGeom>
          <a:solidFill>
            <a:srgbClr val="22D3EE">
              <a:alpha val="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 ·  CONTENT PACK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352958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and agentic-AI security — collected, investigated and acted on, automatically.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2316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7220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sets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you never deployed — but still run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discovers, scores and governs the long tail of software your workforce installs itself, including the fast-growing agentic-AI surface.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and friends — the classic blind spot.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plugins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and JetBrains add-ons running with developer rights.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packages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9419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and PyPI dependencies pulled straight into builds.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applications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outside any deployment pipeline.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9943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endpoints wired into AI agents.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9419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skills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9419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agentic-AI supply chain.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35024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across the KOI API.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75234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35024" y="2642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2935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raw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69417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5024" y="3584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35024" y="38770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XSIAM dashboard for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63600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5024" y="45262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response playbooks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35024" y="4818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investigation, and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5778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35024" y="54681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35024" y="5760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 to run KOI scripts on Cortex-Agent endpoints.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1572768"/>
            <a:ext cx="3931920" cy="4572000"/>
          </a:xfrm>
          <a:prstGeom prst="roundRect">
            <a:avLst>
              <a:gd name="adj" fmla="val 116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8105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automation tracks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36992" y="233172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25146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respond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56448" y="282549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KOI alert is triaged, investigated and routed — with response gated on an analyst.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56448" y="339242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two investigations, enrichment, response and hunting.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936992" y="406908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42519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at fleet scale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56448" y="456285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 packages on Cortex-Agent endpoints on a schedule, targeted by OS, group or hostname.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56448" y="51297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playbooks, configured entirely through a JSON List.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55280" y="5760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installs together as one pack.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with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61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collection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61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into koi_koi_raw, mapped to XDM.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3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posture visibility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76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running, per item or per device, with risk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61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risk score, findings and an AI-generated risk summary.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3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6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76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Suspicious / Malicious on every alert, with routing.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1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investigation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61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exposure and device posture gathered automatically.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83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76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Analyst-gated response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76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blocklisting only after a human approves.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61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261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MCP-server audit across the estate.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83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83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76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976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KOI script runs on Cortex-Agent endpoints.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flows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pipeline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audit,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Koidex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tenant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Cortex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65776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0368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30368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events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59168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24344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+ modeling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88936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XDM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17736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82912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47504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XQL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Hunt, visualize,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34290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Alert-driven automation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into Cortex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09981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playbook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4787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+ classify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3445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8251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 or escalate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6909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5256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1715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1715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on approval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51383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" y="5513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35024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matters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335024" y="56875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restricts its sensitive endpoints by source IP. A valid key can still return 403 from a shared cloud egress — run the integration on a Cortex engine whose egress IP KOI accepts. Event collection is unaffected.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alert, investigated before it reaches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context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embedded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koi_context payload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8144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2736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item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02736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risk, exposure,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history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44184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device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host,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risky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33688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7152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81744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from KOI +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catalog risk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467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marketplace, publisher compromised, unvetted MCP server, High/Critical risk, or high catalog risk.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severity, then open an analyst-gated block.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9943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is not clearly benign — the safe default.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9943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open for analyst review.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419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9419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39419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newly observed item whose KOI risk level is Low.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39419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Auto-closed as Resolved.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investigations, run automatically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investigation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thing, and where is it?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 score, level and AI-generated risk summary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exposure — installs, publisher, signing status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it is installed on, and the users affected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— is it already on the blocklist?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and prior-approval history for the item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and standalone for an ad-hoc item lookup.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7910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910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2774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investigation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7910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on the affected host?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9739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installed on the device, with version and path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those sit at or above your risk threshold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publisher and install location per item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Remediations recorded against that host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alert into full host posture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9739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or on any device id you hand it.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gated on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verdict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raised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07208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investigation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+ governance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5776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blocked?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redundant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59168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24344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approval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88936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waits here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17736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82912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47504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47504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on approval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401568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200" dirty="0"/>
          </a:p>
        </p:txBody>
      </p:sp>
      <p:sp>
        <p:nvSpPr>
          <p:cNvPr id="25" name="Text 23"/>
          <p:cNvSpPr/>
          <p:nvPr/>
        </p:nvSpPr>
        <p:spPr>
          <a:xfrm>
            <a:off x="2331720" y="37033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blocks without an explicit analyst approval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331720" y="406908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always invokes the response playbook with auto_block = false. On a Malicious verdict the run parks on the approval task; the blocklist command does not execute until a human approves. Verified on a live tenant.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638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state-changing command in the set is gated.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4340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8114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redundant blocks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8114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already on the blocklist short-circuit.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at the gate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risk, exposure and history.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commands across the KOI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0467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policies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runtime hardening, findings, approvals, remediations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&amp; blocklist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modify organization-wide allow and block lists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9419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organization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per-device inventory, groups and users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0467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0467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item detail, search, and per-item endpoint exposure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9943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&amp; diagnostics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event pulls and fetch-state inspection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catalog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9419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search and full item risk reports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default — only the allow/block list and policy-status commands change tenant state.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running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direct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source or a pack zip, sent to you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distributed via the Marketplace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only the artifact you were sent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6636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with the SDK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 -i Packs/Koi -z --xsiam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rules, dashboard and playbooks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path that collects events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items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individual playbooks and rules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sub-playbooks before their callers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 names unchanged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544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prove it 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873752"/>
            <a:ext cx="10479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comp count() as events by source_log_type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KOI - Alert Triage to a KOI alert and confirm the investigation summaries and verdict appear in the war room.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live tenant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returned live data — zero 403s once egress was correct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2102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inventoried on a single host, 35 of them flagged high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566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5566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stages per alert — extract, item and device investigation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9030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writes fired before an analyst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1965960"/>
          </a:xfrm>
          <a:prstGeom prst="roundRect">
            <a:avLst>
              <a:gd name="adj" fmla="val 23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alert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800600"/>
            <a:ext cx="104424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vulnerable-dependency alert on a package whose catalog risk is High was escalated to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driven by real KOI catalog data, not the alert's own severity. The run then opened an analyst-gated block and parked on the approval task, with the blocklist command unexecuted.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investigations posted their summaries to the war room; the playbook completed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4937760" cy="493776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it, point it at KOI, attach the triage.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guide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configure, all 26 commands, playbooks, validation and troubleshooting — Word and PDF.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reference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943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configuration for both playbook suites.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repository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 the integration, rules, dashboard and playbooks.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Cortex XSIAM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Overview</dc:title>
  <dc:subject>PptxGenJS Presentation</dc:subject>
  <dc:creator>Cortex XSIAM</dc:creator>
  <cp:lastModifiedBy>Cortex XSIAM</cp:lastModifiedBy>
  <cp:revision>1</cp:revision>
  <dcterms:created xsi:type="dcterms:W3CDTF">2026-07-20T08:52:50Z</dcterms:created>
  <dcterms:modified xsi:type="dcterms:W3CDTF">2026-07-20T08:52:50Z</dcterms:modified>
</cp:coreProperties>
</file>