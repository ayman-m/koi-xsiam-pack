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KOI content pack overview. Covers what ships in the pack, its capabilities, the automated triage and investigation flow, analyst-gated response, deployment and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pack targets self-installed software and the agentic-AI supply chain — the assets traditional endpoint tooling does not inventory.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component groups. The two playbook suites solve different problems: alert-driven response, and scheduled fleet execution.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capabilities spanning visibility, intelligence, automated triage, investigation, gated response and fleet operations.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tracks: telemetry into the data model, and alert-driven automation. The egress caveat is the single most common cause of 403s on the command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Verdict is keyed on KOI's own alert type and risk level, corroborated by the independent Koidex catalog risk — so a benign-looking alert on a high-risk package still escalates.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item investigation answers what and where; the device investigation answers what else is on that host. Together they give the analyst the full picture before any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safety property: the blocklist write never fires before approval. This was verified end to end on a live 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 commands. Most are read-only; the state-changing ones are the allow/block list writes and policy status updates.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install paths. Validation: connectivity, collector, and a triage run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measured results from a live tenant run, not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the three places to go for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1371600"/>
            <a:ext cx="5669280" cy="5669280"/>
          </a:xfrm>
          <a:prstGeom prst="ellipse">
            <a:avLst/>
          </a:prstGeom>
          <a:solidFill>
            <a:srgbClr val="E8551F">
              <a:alpha val="8000"/>
            </a:srgbClr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108960"/>
            <a:ext cx="3291840" cy="3291840"/>
          </a:xfrm>
          <a:prstGeom prst="ellipse">
            <a:avLst/>
          </a:prstGeom>
          <a:solidFill>
            <a:srgbClr val="22D3EE">
              <a:alpha val="6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600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XSIAM  ·  CORTEX XSOAR  ·  CONTENT PACK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810512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548640" y="3529584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and agentic-AI security — collected, investigated and acted on, automatically.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4617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48640" y="5166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23160" y="4617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423160" y="5166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97680" y="4617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297680" y="5166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172200" y="4617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172200" y="5166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sets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 you never deployed — but still run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353312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discovers, scores and governs the long tail of software your workforce installs itself, including the fast-growing agentic-AI surface.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13055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130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56946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extensions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04672" y="289864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Chrome, Edge and friends — the classic blind spot.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87452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9432" y="213055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9432" y="2130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99432" y="256946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plugins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99432" y="289864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and JetBrains add-ons running with developer rights.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38160" y="187452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94192" y="213055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94192" y="2130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94192" y="256946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packages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394192" y="289864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and PyPI dependencies pulled straight into builds.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23367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04672" y="467258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applications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04672" y="500176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outside any deployment pipeline.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43400" y="3977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9432" y="423367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99432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99432" y="467258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4599432" y="500176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endpoints wired into AI agents.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38160" y="3977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94192" y="423367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94192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394192" y="467258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models &amp; skills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8394192" y="500176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agentic-AI supply chain.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ships in the pack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35024" y="170078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35024" y="19933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collector plus 26 commands across the KOI API.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2752344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752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35024" y="2642616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&amp; modeling rules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35024" y="293522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raw events and map them to the Cortex Data Model.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456432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3694176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3694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35024" y="358444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dashboard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35024" y="387705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Ready-made XSIAM dashboard for KOI alert activity.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398264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63600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4636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35024" y="452628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&amp; response playbooks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35024" y="48188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playbooks: triage, investigation, and gated response.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340096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" y="557784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" y="5577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335024" y="5468112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playbooks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35024" y="57607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playbooks to run KOI scripts on Cortex-Agent endpoints.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680960" y="1572768"/>
            <a:ext cx="3931920" cy="4572000"/>
          </a:xfrm>
          <a:prstGeom prst="roundRect">
            <a:avLst>
              <a:gd name="adj" fmla="val 116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55280" y="181051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automation tracks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936992" y="2331720"/>
            <a:ext cx="3419856" cy="1600200"/>
          </a:xfrm>
          <a:prstGeom prst="roundRect">
            <a:avLst>
              <a:gd name="adj" fmla="val 2857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56448" y="2514600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&amp; respond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156448" y="2825496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KOI alert is triaged, investigated and routed — with response gated on an analyst.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156448" y="3392424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playbooks: triage, two investigations, enrichment, response and hunting.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936992" y="4069080"/>
            <a:ext cx="3419856" cy="1600200"/>
          </a:xfrm>
          <a:prstGeom prst="roundRect">
            <a:avLst>
              <a:gd name="adj" fmla="val 2857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156448" y="4251960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 at fleet scale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156448" y="4562856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KOI script packages on Cortex-Agent endpoints on a schedule, targeted by OS, group or hostname.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156448" y="5129784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playbooks, configured entirely through a JSON List.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955280" y="57607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installs together as one pack.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can do with it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61872" y="17007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collection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261872" y="2020824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and audit logs into koi_koi_raw, mapped to XDM.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517904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3096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83096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76872" y="17007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&amp; posture visibility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976872" y="2020824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running, per item or per device, with risk scoring.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697480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0266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61872" y="288036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intelligence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261872" y="320040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Koidex risk score, findings and an AI-generated risk summary.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63640" y="2697480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3096" y="30266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83096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76872" y="288036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triage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976872" y="320040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/ Suspicious / Malicious on every alert, with routing.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877056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8096" y="420624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206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61872" y="4059936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investigation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261872" y="437997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exposure and device posture gathered automatically.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3877056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83096" y="420624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83096" y="4206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76872" y="4059936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Analyst-gated response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976872" y="437997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 blocklisting only after a human approves.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5056632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8096" y="53858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" y="5385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261872" y="52395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hunting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1261872" y="5559552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MCP-server audit across the estate.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263640" y="5056632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83096" y="53858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83096" y="5385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976872" y="52395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script execution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6976872" y="5559552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KOI script runs on Cortex-Agent endpoints.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flows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pipeline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95681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API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3232" y="228600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Alerts, audit,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inventory, Koidex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42032" y="240487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07208" y="181051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71800" y="195681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71800" y="228600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tenant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 Cortex engine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00600" y="240487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65776" y="181051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30368" y="195681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koi_koi_raw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30368" y="228600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events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here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059168" y="240487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24344" y="181051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88936" y="195681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+ modeling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88936" y="228600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and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XDM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317736" y="240487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82912" y="181051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47504" y="195681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XQL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747504" y="228600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Hunt, visualize,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34290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Alert-driven automation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3794760"/>
            <a:ext cx="2542032" cy="1188720"/>
          </a:xfrm>
          <a:prstGeom prst="roundRect">
            <a:avLst>
              <a:gd name="adj" fmla="val 384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3941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alert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3232" y="427024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Ingested into Cortex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099816" y="429768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0" y="3794760"/>
            <a:ext cx="2542032" cy="1188720"/>
          </a:xfrm>
          <a:prstGeom prst="roundRect">
            <a:avLst>
              <a:gd name="adj" fmla="val 384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47872" y="3941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playbook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547872" y="427024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+ classify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934456" y="429768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17920" y="3794760"/>
            <a:ext cx="2542032" cy="1188720"/>
          </a:xfrm>
          <a:prstGeom prst="roundRect">
            <a:avLst>
              <a:gd name="adj" fmla="val 384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82512" y="3941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382512" y="427024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Auto-close or escalate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769096" y="429768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52560" y="3794760"/>
            <a:ext cx="2542032" cy="1188720"/>
          </a:xfrm>
          <a:prstGeom prst="roundRect">
            <a:avLst>
              <a:gd name="adj" fmla="val 384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217152" y="3941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response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217152" y="427024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only on approval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48640" y="5257800"/>
            <a:ext cx="11064240" cy="960120"/>
          </a:xfrm>
          <a:prstGeom prst="roundRect">
            <a:avLst>
              <a:gd name="adj" fmla="val 476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551383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4672" y="5513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335024" y="5413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matters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1335024" y="568756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restricts its sensitive endpoints by source IP. A valid key can still return 403 from a shared cloud egress — run the integration on a Cortex engine whose egress IP KOI accepts. Event collection is unaffected.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TRIAGE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alert, investigated before it reaches a human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587752" cy="1417320"/>
          </a:xfrm>
          <a:prstGeom prst="roundRect">
            <a:avLst>
              <a:gd name="adj" fmla="val 322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719072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context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13232" y="2048256"/>
            <a:ext cx="225856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the embedded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koi_context payload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154680" y="219456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38144" y="1572768"/>
            <a:ext cx="2587752" cy="1417320"/>
          </a:xfrm>
          <a:prstGeom prst="roundRect">
            <a:avLst>
              <a:gd name="adj" fmla="val 322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02736" y="1719072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item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02736" y="2048256"/>
            <a:ext cx="225856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risk, exposure,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history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44184" y="219456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27648" y="1572768"/>
            <a:ext cx="2587752" cy="1417320"/>
          </a:xfrm>
          <a:prstGeom prst="roundRect">
            <a:avLst>
              <a:gd name="adj" fmla="val 322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719072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device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92240" y="2048256"/>
            <a:ext cx="225856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 the host,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is risky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933688" y="219456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17152" y="1572768"/>
            <a:ext cx="2587752" cy="1417320"/>
          </a:xfrm>
          <a:prstGeom prst="roundRect">
            <a:avLst>
              <a:gd name="adj" fmla="val 322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81744" y="1719072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381744" y="2048256"/>
            <a:ext cx="225856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from KOI +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catalog risk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310128"/>
            <a:ext cx="3474720" cy="2487168"/>
          </a:xfrm>
          <a:prstGeom prst="roundRect">
            <a:avLst>
              <a:gd name="adj" fmla="val 183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672" y="3566160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356616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04672" y="404164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from marketplace, publisher compromised, unvetted MCP server, High/Critical risk, or high catalog risk.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4672" y="5120640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severity, then open an analyst-gated block.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43400" y="3310128"/>
            <a:ext cx="3474720" cy="2487168"/>
          </a:xfrm>
          <a:prstGeom prst="roundRect">
            <a:avLst>
              <a:gd name="adj" fmla="val 183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99432" y="3566160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99432" y="356616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Suspicious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99432" y="404164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that is not clearly benign — the safe default.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99432" y="5120640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open for analyst review.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138160" y="3310128"/>
            <a:ext cx="3474720" cy="2487168"/>
          </a:xfrm>
          <a:prstGeom prst="roundRect">
            <a:avLst>
              <a:gd name="adj" fmla="val 183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94192" y="3566160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94192" y="356616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394192" y="404164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newly observed item whose KOI risk level is Low.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394192" y="5120640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Auto-closed as Resolved.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investigations, run automatically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5326380" cy="4434840"/>
          </a:xfrm>
          <a:prstGeom prst="roundRect">
            <a:avLst>
              <a:gd name="adj" fmla="val 103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89888" y="1792224"/>
            <a:ext cx="4229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investigation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2304288"/>
            <a:ext cx="4741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this thing, and where is it?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59536" y="2697480"/>
            <a:ext cx="470458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risk score, level and AI-generated risk summary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exposure — installs, publisher, signing status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endpoints it is installed on, and the users affected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state — is it already on the blocklist?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and prior-approval history for the item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5230368"/>
            <a:ext cx="4704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inside triage, and standalone for an ad-hoc item lookup.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86500" y="1517904"/>
            <a:ext cx="5326380" cy="4434840"/>
          </a:xfrm>
          <a:prstGeom prst="roundRect">
            <a:avLst>
              <a:gd name="adj" fmla="val 103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79108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79108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127748" y="1792224"/>
            <a:ext cx="4229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investigation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79108" y="2304288"/>
            <a:ext cx="4741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else is on the affected host?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97396" y="2697480"/>
            <a:ext cx="470458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installed on the device, with version and path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those sit at or above your risk threshold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Marketplace, publisher and install location per item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Remediations recorded against that host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 single alert into full host posture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97396" y="5230368"/>
            <a:ext cx="4704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inside triage, or on any device id you hand it.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Action, gated on a human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verdict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13232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raised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42032" y="222199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07208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71800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investigation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71800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+ governance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800600" y="222199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65776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30368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blocked?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230368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if redundant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059168" y="222199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24344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88936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approval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488936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 waits here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317736" y="222199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582912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47504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Blocklist write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747504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Org-wide, on approval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3401568"/>
            <a:ext cx="11064240" cy="1417320"/>
          </a:xfrm>
          <a:prstGeom prst="roundRect">
            <a:avLst>
              <a:gd name="adj" fmla="val 322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35661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6200" dirty="0"/>
          </a:p>
        </p:txBody>
      </p:sp>
      <p:sp>
        <p:nvSpPr>
          <p:cNvPr id="25" name="Text 23"/>
          <p:cNvSpPr/>
          <p:nvPr/>
        </p:nvSpPr>
        <p:spPr>
          <a:xfrm>
            <a:off x="2331720" y="3703320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 blocks without an explicit analyst approval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331720" y="406908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always invokes the response playbook with auto_block = false. On a Malicious verdict the run parks on the approval task; the blocklist command does not execute until a human approves. Verified on a live tenant.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5029200"/>
            <a:ext cx="3474720" cy="1207008"/>
          </a:xfrm>
          <a:prstGeom prst="roundRect">
            <a:avLst>
              <a:gd name="adj" fmla="val 378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6384" y="5212080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by default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86384" y="5522976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state-changing command in the set is gated.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343400" y="5029200"/>
            <a:ext cx="3474720" cy="1207008"/>
          </a:xfrm>
          <a:prstGeom prst="roundRect">
            <a:avLst>
              <a:gd name="adj" fmla="val 378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81144" y="5212080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redundant blocks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81144" y="5522976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already on the blocklist short-circuit.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138160" y="5029200"/>
            <a:ext cx="3474720" cy="1207008"/>
          </a:xfrm>
          <a:prstGeom prst="roundRect">
            <a:avLst>
              <a:gd name="adj" fmla="val 378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75904" y="5212080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context at the gate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375904" y="5522976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approval shows risk, exposure and history.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SURFACE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commands across the KOI platform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87452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04672" y="256032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policies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04672" y="288036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Policies, runtime hardening, findings, approvals, remediations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87452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99432" y="256032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Allowlist &amp; blocklist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99432" y="288036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modify organization-wide allow and block lists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38160" y="1691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94192" y="187452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394192" y="256032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&amp; organization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394192" y="288036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Devices, per-device inventory, groups and users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397764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804672" y="466344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04672" y="498348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Items, item detail, search, and per-item endpoint exposure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43400" y="379476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99432" y="397764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4599432" y="466344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 &amp; diagnostics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99432" y="498348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event pulls and fetch-state inspection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379476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94192" y="397764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8394192" y="466344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Koidex catalog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394192" y="498348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search and full item risk reports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by default — only the allow/block list and policy-status commands change tenant state.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it running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474720" cy="2606040"/>
          </a:xfrm>
          <a:prstGeom prst="roundRect">
            <a:avLst>
              <a:gd name="adj" fmla="val 175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79222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304288"/>
            <a:ext cx="28895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KOI and install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Integration, rules and dashboard land together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 production tenants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554480"/>
            <a:ext cx="3474720" cy="2606040"/>
          </a:xfrm>
          <a:prstGeom prst="roundRect">
            <a:avLst>
              <a:gd name="adj" fmla="val 175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66360" y="179222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zip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36008" y="2304288"/>
            <a:ext cx="28895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demisto-sdk zip-packs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as a single object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dev/test and CI pipelines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38160" y="1554480"/>
            <a:ext cx="3474720" cy="2606040"/>
          </a:xfrm>
          <a:prstGeom prst="roundRect">
            <a:avLst>
              <a:gd name="adj" fmla="val 175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961120" y="179222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items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30768" y="2304288"/>
            <a:ext cx="28895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individual playbooks and rules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sub-playbooks before their callers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item names unchanged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389120"/>
            <a:ext cx="11064240" cy="1417320"/>
          </a:xfrm>
          <a:prstGeom prst="roundRect">
            <a:avLst>
              <a:gd name="adj" fmla="val 322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45445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prove it works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1248" y="4873752"/>
            <a:ext cx="10479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!koi-devices-list limit=5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 | comp count() as events by source_log_type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KOI - Alert Triage to a KOI alert and confirm the investigation summaries and verdict appear in the war room.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on a live tenant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032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1975104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11/11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786384" y="2852928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commands returned live data — zero 403s once egress was correct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737360"/>
            <a:ext cx="256032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21024" y="1975104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3621024" y="2852928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inventoried on a single host, 35 of them flagged high risk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737360"/>
            <a:ext cx="256032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55664" y="1975104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455664" y="2852928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 stages per alert — extract, item and device investigation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52560" y="1737360"/>
            <a:ext cx="256032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90304" y="1975104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9290304" y="2852928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blocklist writes fired before an analyst approved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251960"/>
            <a:ext cx="11064240" cy="1965960"/>
          </a:xfrm>
          <a:prstGeom prst="roundRect">
            <a:avLst>
              <a:gd name="adj" fmla="val 232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44348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run on a real alert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" y="4800600"/>
            <a:ext cx="104424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vulnerable-dependency alert on a package whose catalog risk is High was escalated to </a:t>
            </a:r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driven by real KOI catalog data, not the alert's own severity. The run then opened an analyst-gated block and parked on the approval task, with the blocklist command unexecuted.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investigations posted their summaries to the war room; the playbook completed cleanly.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4937760" cy="4937760"/>
          </a:xfrm>
          <a:prstGeom prst="ellipse">
            <a:avLst/>
          </a:prstGeom>
          <a:solidFill>
            <a:srgbClr val="E8551F">
              <a:alpha val="8000"/>
            </a:srgbClr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554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GO NEXT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874520"/>
            <a:ext cx="8595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it, point it at KOI, attach the triage.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48640" y="3520440"/>
            <a:ext cx="3474720" cy="1691640"/>
          </a:xfrm>
          <a:prstGeom prst="roundRect">
            <a:avLst>
              <a:gd name="adj" fmla="val 27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74904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4187952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guide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04672" y="4498848"/>
            <a:ext cx="2962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Install, configure, all 26 commands, playbooks, validation and troubleshooting — Word and PDF.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3520440"/>
            <a:ext cx="3474720" cy="1691640"/>
          </a:xfrm>
          <a:prstGeom prst="roundRect">
            <a:avLst>
              <a:gd name="adj" fmla="val 27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9432" y="374904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9432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99432" y="4187952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 reference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99432" y="4498848"/>
            <a:ext cx="2962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and configuration for both playbook suites.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38160" y="3520440"/>
            <a:ext cx="3474720" cy="1691640"/>
          </a:xfrm>
          <a:prstGeom prst="roundRect">
            <a:avLst>
              <a:gd name="adj" fmla="val 27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94192" y="374904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94192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94192" y="4187952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repository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94192" y="4498848"/>
            <a:ext cx="2962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for the integration, rules, dashboard and playbooks.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content pack  ·  Cortex XSIAM &amp; Cortex XSOAR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KOI Content Pack — Overview</dc:title>
  <dc:subject>PptxGenJS Presentation</dc:subject>
  <dc:creator>Cortex XSOAR</dc:creator>
  <cp:lastModifiedBy>Cortex XSOAR</cp:lastModifiedBy>
  <cp:revision>1</cp:revision>
  <dcterms:created xsi:type="dcterms:W3CDTF">2026-07-20T07:51:25Z</dcterms:created>
  <dcterms:modified xsi:type="dcterms:W3CDTF">2026-07-20T07:51:25Z</dcterms:modified>
</cp:coreProperties>
</file>