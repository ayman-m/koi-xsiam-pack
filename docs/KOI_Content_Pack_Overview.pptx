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KOI content pack overview. Covers what ships in the pack, its capabilities, the automated triage and investigation flow, analyst-gated response, deployment and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pack targets self-installed software and the agentic-AI supply chain — the assets traditional endpoint tooling does not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component groups. The two playbook suites solve different problems: alert-driven response, and scheduled fleet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capabilities spanning visibility, intelligence, automated triage, investigation, gated response and fleet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tracks: telemetry into the data model, and alert-driven automation. The egress caveat is the single most common cause of 403s on the command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Verdict is keyed on KOI's own alert type and risk level, corroborated by the independent Koidex catalog risk — so a benign-looking alert on a high-risk package still escalates.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item investigation answers what and where; the device investigation answers what else is on that host. Together they give the analyst the full picture before any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safety property: the blocklist write never fires before approval. This was verified end to end on a live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commands. Most are read-only; the state-changing ones are the allow/block list writes and policy status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install paths. Validation: connectivity, collector, and a triage run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measured results from a live tenant run, not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three places to go for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371600"/>
            <a:ext cx="5669280" cy="5669280"/>
          </a:xfrm>
          <a:prstGeom prst="ellipse">
            <a:avLst/>
          </a:prstGeom>
          <a:solidFill>
            <a:srgbClr val="E8551F">
              <a:alpha val="8000"/>
            </a:srgbClr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108960"/>
            <a:ext cx="3291840" cy="329184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00200"/>
            <a:ext cx="11064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XSIAM  ·  CONTENT PACK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48640" y="352958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and agentic-AI security — collected, investigated and acted on, automatically.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4617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23160" y="5166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4617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97680" y="5166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4617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72200" y="5166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sets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you never deployed — but still run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discovers, scores and governs the long tail of software your workforce installs itself, including the fast-growing agentic-AI surface.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3055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56946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98648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 and friends — the classic blind spot.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13055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256946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plugins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99432" y="2898648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and JetBrains add-ons running with developer rights.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13055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256946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packages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94192" y="2898648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and PyPI dependencies pulled straight into builds.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23367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67258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applications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4672" y="5001768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outside any deployment pipeline.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397764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423367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9432" y="467258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99432" y="5001768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endpoints wired into AI agents.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97764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423367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94192" y="467258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&amp; skills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94192" y="5001768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agentic-AI supply chain.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the pack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766560" cy="804672"/>
          </a:xfrm>
          <a:prstGeom prst="roundRect">
            <a:avLst>
              <a:gd name="adj" fmla="val 5682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1051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35024" y="170078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35024" y="19933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collector plus 26 commands across the KOI API.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766560" cy="804672"/>
          </a:xfrm>
          <a:prstGeom prst="roundRect">
            <a:avLst>
              <a:gd name="adj" fmla="val 5682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75234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35024" y="26426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modeling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35024" y="29352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raw events and map them to the Cortex Data Model.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6766560" cy="804672"/>
          </a:xfrm>
          <a:prstGeom prst="roundRect">
            <a:avLst>
              <a:gd name="adj" fmla="val 5682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69417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35024" y="358444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35024" y="38770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XSIAM dashboard for KOI alert activity.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6766560" cy="804672"/>
          </a:xfrm>
          <a:prstGeom prst="roundRect">
            <a:avLst>
              <a:gd name="adj" fmla="val 5682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63600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35024" y="45262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response playbooks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35024" y="4818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playbooks: triage, investigation, and gated response.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340096"/>
            <a:ext cx="6766560" cy="804672"/>
          </a:xfrm>
          <a:prstGeom prst="roundRect">
            <a:avLst>
              <a:gd name="adj" fmla="val 5682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57784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5577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35024" y="54681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Runner playbooks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35024" y="5760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playbooks + an automation to run KOI scripts on Cortex-Agent endpoints.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80960" y="1572768"/>
            <a:ext cx="3931920" cy="4572000"/>
          </a:xfrm>
          <a:prstGeom prst="roundRect">
            <a:avLst>
              <a:gd name="adj" fmla="val 1163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automation tracks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936992" y="2331720"/>
            <a:ext cx="3419856" cy="1600200"/>
          </a:xfrm>
          <a:prstGeom prst="roundRect">
            <a:avLst>
              <a:gd name="adj" fmla="val 2857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25146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respond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56448" y="2825496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KOI alert is triaged, investigated and routed — with response gated on an analyst.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56448" y="3392424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playbooks: triage, two investigations, enrichment, response and hunting.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36992" y="4069080"/>
            <a:ext cx="3419856" cy="1600200"/>
          </a:xfrm>
          <a:prstGeom prst="roundRect">
            <a:avLst>
              <a:gd name="adj" fmla="val 2857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6448" y="42519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at fleet scale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156448" y="4562856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KOI script packages on Cortex-Agent endpoints on a schedule, with per-endpoint tracking so even groups over 100 are fully covered.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56448" y="5129784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playbooks + a tracker automation, driven by two Jobs and one JSON List.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55280" y="5760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installs together as one pack.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with 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349240" cy="1024128"/>
          </a:xfrm>
          <a:prstGeom prst="roundRect">
            <a:avLst>
              <a:gd name="adj" fmla="val 44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7007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collection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61872" y="20208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audit logs into koi_koi_raw, mapped to XDM.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517904"/>
            <a:ext cx="5349240" cy="1024128"/>
          </a:xfrm>
          <a:prstGeom prst="roundRect">
            <a:avLst>
              <a:gd name="adj" fmla="val 44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3096" y="184708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17007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&amp; posture visibility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76872" y="20208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running, per item or per device, with risk scoring.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5349240" cy="1024128"/>
          </a:xfrm>
          <a:prstGeom prst="roundRect">
            <a:avLst>
              <a:gd name="adj" fmla="val 44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02666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28803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61872" y="32004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Koidex risk score, findings and an AI-generated risk summary.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697480"/>
            <a:ext cx="5349240" cy="1024128"/>
          </a:xfrm>
          <a:prstGeom prst="roundRect">
            <a:avLst>
              <a:gd name="adj" fmla="val 44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3096" y="302666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28803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76872" y="32004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/ Suspicious / Malicious on every alert, with routing.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77056"/>
            <a:ext cx="5349240" cy="1024128"/>
          </a:xfrm>
          <a:prstGeom prst="roundRect">
            <a:avLst>
              <a:gd name="adj" fmla="val 44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420624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61872" y="40599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investigation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61872" y="43799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exposure and device posture gathered automatically.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877056"/>
            <a:ext cx="5349240" cy="1024128"/>
          </a:xfrm>
          <a:prstGeom prst="roundRect">
            <a:avLst>
              <a:gd name="adj" fmla="val 44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83096" y="420624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3096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76872" y="40599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Analyst-gated response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76872" y="43799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blocklisting only after a human approves.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056632"/>
            <a:ext cx="5349240" cy="1024128"/>
          </a:xfrm>
          <a:prstGeom prst="roundRect">
            <a:avLst>
              <a:gd name="adj" fmla="val 44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538581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385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61872" y="52395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hunting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261872" y="55595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MCP-server audit across the estate.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5056632"/>
            <a:ext cx="5349240" cy="1024128"/>
          </a:xfrm>
          <a:prstGeom prst="roundRect">
            <a:avLst>
              <a:gd name="adj" fmla="val 44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83096" y="538581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83096" y="5385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76872" y="52395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script execution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976872" y="55595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KOI script runs on Cortex-Agent endpoints.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5681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28600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audit,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Koidex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42032" y="2404872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07208" y="181051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95681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228600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tenant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Cortex engine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2404872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65776" y="181051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95681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koi_koi_raw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30368" y="228600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here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59168" y="2404872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24344" y="181051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88936" y="195681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+ modeling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88936" y="228600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and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XDM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17736" y="2404872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82912" y="181051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47504" y="195681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XQL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47504" y="228600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Hunt, visualize,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4290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Alert-driven automation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542032" cy="1188720"/>
          </a:xfrm>
          <a:prstGeom prst="roundRect">
            <a:avLst>
              <a:gd name="adj" fmla="val 384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94106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alert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427024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into Cortex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99816" y="4297680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794760"/>
            <a:ext cx="2542032" cy="1188720"/>
          </a:xfrm>
          <a:prstGeom prst="roundRect">
            <a:avLst>
              <a:gd name="adj" fmla="val 384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94106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playbook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47872" y="427024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+ classify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34456" y="4297680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794760"/>
            <a:ext cx="2542032" cy="1188720"/>
          </a:xfrm>
          <a:prstGeom prst="roundRect">
            <a:avLst>
              <a:gd name="adj" fmla="val 384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94106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82512" y="427024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 or escalate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69096" y="4297680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52560" y="3794760"/>
            <a:ext cx="2542032" cy="1188720"/>
          </a:xfrm>
          <a:prstGeom prst="roundRect">
            <a:avLst>
              <a:gd name="adj" fmla="val 384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17152" y="394106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response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17152" y="427024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only on approval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" y="551383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5513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35024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matters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335024" y="56875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restricts its sensitive endpoints by source IP. A valid key can still return 403 from a shared cloud egress — run the integration on a Cortex engine whose egress IP KOI accepts. Event collection is unaffected.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alert, investigated before it reaches a human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87752" cy="1417320"/>
          </a:xfrm>
          <a:prstGeom prst="roundRect">
            <a:avLst>
              <a:gd name="adj" fmla="val 322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19072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048256"/>
            <a:ext cx="22585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embedded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koi_context payload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2194560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8144" y="1572768"/>
            <a:ext cx="2587752" cy="1417320"/>
          </a:xfrm>
          <a:prstGeom prst="roundRect">
            <a:avLst>
              <a:gd name="adj" fmla="val 322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1719072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item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02736" y="2048256"/>
            <a:ext cx="22585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risk, exposure,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history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44184" y="2194560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572768"/>
            <a:ext cx="2587752" cy="1417320"/>
          </a:xfrm>
          <a:prstGeom prst="roundRect">
            <a:avLst>
              <a:gd name="adj" fmla="val 322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19072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device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048256"/>
            <a:ext cx="22585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host,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is risky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33688" y="2194560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7152" y="1572768"/>
            <a:ext cx="2587752" cy="1417320"/>
          </a:xfrm>
          <a:prstGeom prst="roundRect">
            <a:avLst>
              <a:gd name="adj" fmla="val 3226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1719072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81744" y="2048256"/>
            <a:ext cx="22585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from KOI +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catalog risk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310128"/>
            <a:ext cx="3474720" cy="2487168"/>
          </a:xfrm>
          <a:prstGeom prst="roundRect">
            <a:avLst>
              <a:gd name="adj" fmla="val 1838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56616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56616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404164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marketplace, publisher compromised, unvetted MCP server, High/Critical risk, or high catalog risk.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51206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severity, then open an analyst-gated block.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310128"/>
            <a:ext cx="3474720" cy="2487168"/>
          </a:xfrm>
          <a:prstGeom prst="roundRect">
            <a:avLst>
              <a:gd name="adj" fmla="val 1838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356616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356616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99432" y="404164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is not clearly benign — the safe default.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99432" y="51206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open for analyst review.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310128"/>
            <a:ext cx="3474720" cy="2487168"/>
          </a:xfrm>
          <a:prstGeom prst="roundRect">
            <a:avLst>
              <a:gd name="adj" fmla="val 1838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356616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356616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94192" y="404164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newly observed item whose KOI risk level is Low.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94192" y="51206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Auto-closed as Resolved.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investigations, run automatically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326380" cy="4434840"/>
          </a:xfrm>
          <a:prstGeom prst="roundRect">
            <a:avLst>
              <a:gd name="adj" fmla="val 1031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1051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792224"/>
            <a:ext cx="4229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investigation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304288"/>
            <a:ext cx="4741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thing, and where is it?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2697480"/>
            <a:ext cx="47045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risk score, level and AI-generated risk summary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exposure — installs, publisher, signing status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endpoints it is installed on, and the users affected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state — is it already on the blocklist?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and prior-approval history for the item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5230368"/>
            <a:ext cx="4704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triage, and standalone for an ad-hoc item lookup.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86500" y="1517904"/>
            <a:ext cx="5326380" cy="4434840"/>
          </a:xfrm>
          <a:prstGeom prst="roundRect">
            <a:avLst>
              <a:gd name="adj" fmla="val 1031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9108" y="181051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9108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27748" y="1792224"/>
            <a:ext cx="4229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investigation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79108" y="2304288"/>
            <a:ext cx="4741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is on the affected host?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97396" y="2697480"/>
            <a:ext cx="47045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installed on the device, with version and path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those sit at or above your risk threshold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publisher and install location per item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Remediations recorded against that host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600"/>
              </a:spcAft>
              <a:buSzPct val="100000"/>
              <a:buChar char="•"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single alert into full host posture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97396" y="5230368"/>
            <a:ext cx="4704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triage, or on any device id you hand it.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gated on a human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verdict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raised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42032" y="2221992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07208" y="162763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77393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investigation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210312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+ governance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2221992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65776" y="162763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77393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blocked?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210312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if redundant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59168" y="2221992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24344" y="162763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88936" y="177393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approval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88936" y="210312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waits here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17736" y="2221992"/>
            <a:ext cx="274320" cy="182880"/>
          </a:xfrm>
          <a:prstGeom prst="rightArrow">
            <a:avLst/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82912" y="1627632"/>
            <a:ext cx="1993392" cy="1371600"/>
          </a:xfrm>
          <a:prstGeom prst="roundRect">
            <a:avLst>
              <a:gd name="adj" fmla="val 333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7504" y="177393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 write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47504" y="210312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Org-wide, on approval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401568"/>
            <a:ext cx="11064240" cy="1417320"/>
          </a:xfrm>
          <a:prstGeom prst="roundRect">
            <a:avLst>
              <a:gd name="adj" fmla="val 3226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66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200" dirty="0"/>
          </a:p>
        </p:txBody>
      </p:sp>
      <p:sp>
        <p:nvSpPr>
          <p:cNvPr id="25" name="Text 23"/>
          <p:cNvSpPr/>
          <p:nvPr/>
        </p:nvSpPr>
        <p:spPr>
          <a:xfrm>
            <a:off x="2331720" y="37033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blocks without an explicit analyst approval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331720" y="4069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always invokes the response playbook with auto_block = false. On a Malicious verdict the run parks on the approval task; the blocklist command does not execute until a human approves. Verified on a live tenant.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3474720" cy="1207008"/>
          </a:xfrm>
          <a:prstGeom prst="roundRect">
            <a:avLst>
              <a:gd name="adj" fmla="val 3788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521208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default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86384" y="552297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state-changing command in the set is gated.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5029200"/>
            <a:ext cx="3474720" cy="1207008"/>
          </a:xfrm>
          <a:prstGeom prst="roundRect">
            <a:avLst>
              <a:gd name="adj" fmla="val 3788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1144" y="521208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redundant blocks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81144" y="552297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already on the blocklist short-circuit.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38160" y="5029200"/>
            <a:ext cx="3474720" cy="1207008"/>
          </a:xfrm>
          <a:prstGeom prst="roundRect">
            <a:avLst>
              <a:gd name="adj" fmla="val 3788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75904" y="521208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at the gate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75904" y="552297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shows risk, exposure and history.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commands across the KOI platform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56032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policies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runtime hardening, findings, approvals, remediations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99432" y="256032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&amp; blocklist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9432" y="288036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modify organization-wide allow and block lists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94192" y="256032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&amp; organization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94192" y="288036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Devices, per-device inventory, groups and users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9776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04672" y="466344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49834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item detail, search, and per-item endpoint exposure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79476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39776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599432" y="466344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&amp; diagnostics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99432" y="49834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event pulls and fetch-state inspection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794760"/>
            <a:ext cx="3474720" cy="1783080"/>
          </a:xfrm>
          <a:prstGeom prst="roundRect">
            <a:avLst>
              <a:gd name="adj" fmla="val 256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39776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394192" y="466344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Koidex catalog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94192" y="49834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search and full item risk reports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default — only the allow/block list and policy-status commands change tenant state.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it running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2606040"/>
          </a:xfrm>
          <a:prstGeom prst="roundRect">
            <a:avLst>
              <a:gd name="adj" fmla="val 175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922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direct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304288"/>
            <a:ext cx="2889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2200"/>
              </a:spcAft>
              <a:buSzPct val="100000"/>
              <a:buChar char="•"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source or a pack zip, sent to you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2200"/>
              </a:spcAft>
              <a:buSzPct val="100000"/>
              <a:buChar char="•"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distributed via the Marketplace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2200"/>
              </a:spcAft>
              <a:buSzPct val="100000"/>
              <a:buChar char="•"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only the artifact you were sent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474720" cy="2606040"/>
          </a:xfrm>
          <a:prstGeom prst="roundRect">
            <a:avLst>
              <a:gd name="adj" fmla="val 175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81051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7922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with the SDK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2304288"/>
            <a:ext cx="2889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2200"/>
              </a:spcAft>
              <a:buSzPct val="100000"/>
              <a:buChar char="•"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demisto-sdk upload -i Packs/Koi -z --xsiam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2200"/>
              </a:spcAft>
              <a:buSzPct val="100000"/>
              <a:buChar char="•"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rules, dashboard and playbooks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2200"/>
              </a:spcAft>
              <a:buSzPct val="100000"/>
              <a:buChar char="•"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path that collects events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474720" cy="2606040"/>
          </a:xfrm>
          <a:prstGeom prst="roundRect">
            <a:avLst>
              <a:gd name="adj" fmla="val 1754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81051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17922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items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304288"/>
            <a:ext cx="2889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2200"/>
              </a:spcAft>
              <a:buSzPct val="100000"/>
              <a:buChar char="•"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individual playbooks and rules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2200"/>
              </a:spcAft>
              <a:buSzPct val="100000"/>
              <a:buChar char="•"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sub-playbooks before their callers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2200"/>
              </a:spcAft>
              <a:buSzPct val="100000"/>
              <a:buChar char="•"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item names unchanged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64240" cy="1417320"/>
          </a:xfrm>
          <a:prstGeom prst="roundRect">
            <a:avLst>
              <a:gd name="adj" fmla="val 3226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544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prove it 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873752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!koi-devices-list limit=5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koi_koi_raw | comp count() as events by source_log_type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KOI IR - Alert Triage to a KOI alert and confirm the investigation summaries and verdict appear in the war room.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a live tenant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2286000"/>
          </a:xfrm>
          <a:prstGeom prst="roundRect">
            <a:avLst>
              <a:gd name="adj" fmla="val 20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975104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86384" y="2852928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commands returned live data — zero 403s once egress was correct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60320" cy="2286000"/>
          </a:xfrm>
          <a:prstGeom prst="roundRect">
            <a:avLst>
              <a:gd name="adj" fmla="val 20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1024" y="1975104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21024" y="2852928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inventoried on a single host, 35 of them flagged high 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60320" cy="2286000"/>
          </a:xfrm>
          <a:prstGeom prst="roundRect">
            <a:avLst>
              <a:gd name="adj" fmla="val 20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975104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55664" y="2852928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stages per alert — extract, item and device investigation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560320" cy="2286000"/>
          </a:xfrm>
          <a:prstGeom prst="roundRect">
            <a:avLst>
              <a:gd name="adj" fmla="val 2000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0304" y="1975104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290304" y="2852928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blocklist writes fired before an analyst approved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1965960"/>
          </a:xfrm>
          <a:prstGeom prst="roundRect">
            <a:avLst>
              <a:gd name="adj" fmla="val 2326"/>
            </a:avLst>
          </a:prstGeom>
          <a:solidFill>
            <a:srgbClr val="1C2026"/>
          </a:solidFill>
          <a:ln w="12700">
            <a:solidFill>
              <a:srgbClr val="1C20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4348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 on a real alert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4800600"/>
            <a:ext cx="104424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vulnerable-dependency alert on a package whose catalog risk is High was escalated to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driven by real KOI catalog data, not the alert's own severity. The run then opened an analyst-gated block and parked on the approval task, with the blocklist command unexecuted.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investigations posted their summaries to the war room; the playbook completed cleanly.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4937760" cy="4937760"/>
          </a:xfrm>
          <a:prstGeom prst="ellipse">
            <a:avLst/>
          </a:prstGeom>
          <a:solidFill>
            <a:srgbClr val="E8551F">
              <a:alpha val="8000"/>
            </a:srgbClr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it, point it at KOI, attach the triage.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474720" cy="1691640"/>
          </a:xfrm>
          <a:prstGeom prst="roundRect">
            <a:avLst>
              <a:gd name="adj" fmla="val 270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374904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418795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guide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449884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configure, all 26 commands, playbooks, validation and troubleshooting — Word and PDF.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3520440"/>
            <a:ext cx="3474720" cy="1691640"/>
          </a:xfrm>
          <a:prstGeom prst="roundRect">
            <a:avLst>
              <a:gd name="adj" fmla="val 270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374904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418795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reference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9432" y="449884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configuration for both playbook suites.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3520440"/>
            <a:ext cx="3474720" cy="1691640"/>
          </a:xfrm>
          <a:prstGeom prst="roundRect">
            <a:avLst>
              <a:gd name="adj" fmla="val 2703"/>
            </a:avLst>
          </a:prstGeom>
          <a:solidFill>
            <a:srgbClr val="15171B"/>
          </a:solidFill>
          <a:ln w="12700">
            <a:solidFill>
              <a:srgbClr val="1517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374904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E8551F"/>
          </a:solidFill>
          <a:ln w="12700">
            <a:solidFill>
              <a:srgbClr val="E855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418795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repository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4192" y="4498848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4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for the integration, rules, dashboard and playbooks.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content pack  ·  Cortex XSIAM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KOI Content Pack — Overview</dc:title>
  <dc:subject>PptxGenJS Presentation</dc:subject>
  <dc:creator>Cortex XSIAM</dc:creator>
  <cp:lastModifiedBy>Cortex XSIAM</cp:lastModifiedBy>
  <cp:revision>1</cp:revision>
  <dcterms:created xsi:type="dcterms:W3CDTF">2026-07-26T06:08:42Z</dcterms:created>
  <dcterms:modified xsi:type="dcterms:W3CDTF">2026-07-26T06:08:42Z</dcterms:modified>
</cp:coreProperties>
</file>